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handoutMasterIdLst>
    <p:handoutMasterId r:id="rId10"/>
  </p:handoutMasterIdLst>
  <p:sldIdLst>
    <p:sldId id="510" r:id="rId2"/>
    <p:sldId id="511" r:id="rId3"/>
    <p:sldId id="514" r:id="rId4"/>
    <p:sldId id="512" r:id="rId5"/>
    <p:sldId id="513" r:id="rId6"/>
    <p:sldId id="515" r:id="rId7"/>
    <p:sldId id="516" r:id="rId8"/>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407742"/>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7A7899-E536-5265-2A8E-E167AC873315}" v="8" dt="2025-09-12T15:34:44.295"/>
    <p1510:client id="{C9473A77-2071-3FFC-F57D-793C8B9DF5A5}" v="468" dt="2025-09-12T16:12:39.605"/>
    <p1510:client id="{D7C7A7B5-6AC5-D90D-BAA4-D5A1B14AACE5}" v="231" dt="2025-09-12T16:26:39.965"/>
    <p1510:client id="{D8296590-737E-84B4-88AB-A310C19F67A7}" v="262" dt="2025-09-12T16:08:58.9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07"/>
        <p:guide pos="57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ler, Chase (kellec8)" userId="S::kellec8@mail.uc.edu::036d61fb-4a9a-412a-ae91-b70e6be03bc4" providerId="AD" clId="Web-{D7C7A7B5-6AC5-D90D-BAA4-D5A1B14AACE5}"/>
    <pc:docChg chg="modSld">
      <pc:chgData name="Keller, Chase (kellec8)" userId="S::kellec8@mail.uc.edu::036d61fb-4a9a-412a-ae91-b70e6be03bc4" providerId="AD" clId="Web-{D7C7A7B5-6AC5-D90D-BAA4-D5A1B14AACE5}" dt="2025-09-12T16:26:39.965" v="226" actId="20577"/>
      <pc:docMkLst>
        <pc:docMk/>
      </pc:docMkLst>
      <pc:sldChg chg="modSp">
        <pc:chgData name="Keller, Chase (kellec8)" userId="S::kellec8@mail.uc.edu::036d61fb-4a9a-412a-ae91-b70e6be03bc4" providerId="AD" clId="Web-{D7C7A7B5-6AC5-D90D-BAA4-D5A1B14AACE5}" dt="2025-09-12T16:26:39.965" v="226" actId="20577"/>
        <pc:sldMkLst>
          <pc:docMk/>
          <pc:sldMk cId="3426694119" sldId="514"/>
        </pc:sldMkLst>
        <pc:spChg chg="mod">
          <ac:chgData name="Keller, Chase (kellec8)" userId="S::kellec8@mail.uc.edu::036d61fb-4a9a-412a-ae91-b70e6be03bc4" providerId="AD" clId="Web-{D7C7A7B5-6AC5-D90D-BAA4-D5A1B14AACE5}" dt="2025-09-12T16:26:39.965" v="226" actId="20577"/>
          <ac:spMkLst>
            <pc:docMk/>
            <pc:sldMk cId="3426694119" sldId="514"/>
            <ac:spMk id="4" creationId="{7DFCA8FA-BFA9-CAC8-7D6A-35C203B10A8A}"/>
          </ac:spMkLst>
        </pc:spChg>
      </pc:sldChg>
    </pc:docChg>
  </pc:docChgLst>
  <pc:docChgLst>
    <pc:chgData name="Nguyen, Long (nguye2l6)" userId="S::nguye2l6@mail.uc.edu::cc7dbc53-f154-494b-a9e0-e9f2c1c70e35" providerId="AD" clId="Web-{D8296590-737E-84B4-88AB-A310C19F67A7}"/>
    <pc:docChg chg="addSld modSld">
      <pc:chgData name="Nguyen, Long (nguye2l6)" userId="S::nguye2l6@mail.uc.edu::cc7dbc53-f154-494b-a9e0-e9f2c1c70e35" providerId="AD" clId="Web-{D8296590-737E-84B4-88AB-A310C19F67A7}" dt="2025-09-12T16:08:58.917" v="259" actId="20577"/>
      <pc:docMkLst>
        <pc:docMk/>
      </pc:docMkLst>
      <pc:sldChg chg="modSp">
        <pc:chgData name="Nguyen, Long (nguye2l6)" userId="S::nguye2l6@mail.uc.edu::cc7dbc53-f154-494b-a9e0-e9f2c1c70e35" providerId="AD" clId="Web-{D8296590-737E-84B4-88AB-A310C19F67A7}" dt="2025-09-12T16:08:58.917" v="259" actId="20577"/>
        <pc:sldMkLst>
          <pc:docMk/>
          <pc:sldMk cId="1843796546" sldId="515"/>
        </pc:sldMkLst>
        <pc:spChg chg="mod">
          <ac:chgData name="Nguyen, Long (nguye2l6)" userId="S::nguye2l6@mail.uc.edu::cc7dbc53-f154-494b-a9e0-e9f2c1c70e35" providerId="AD" clId="Web-{D8296590-737E-84B4-88AB-A310C19F67A7}" dt="2025-09-12T16:08:58.917" v="259" actId="20577"/>
          <ac:spMkLst>
            <pc:docMk/>
            <pc:sldMk cId="1843796546" sldId="515"/>
            <ac:spMk id="4" creationId="{F6CAC84B-C43F-4D19-42F8-1C4896D21CFB}"/>
          </ac:spMkLst>
        </pc:spChg>
      </pc:sldChg>
      <pc:sldChg chg="modSp add replId">
        <pc:chgData name="Nguyen, Long (nguye2l6)" userId="S::nguye2l6@mail.uc.edu::cc7dbc53-f154-494b-a9e0-e9f2c1c70e35" providerId="AD" clId="Web-{D8296590-737E-84B4-88AB-A310C19F67A7}" dt="2025-09-12T16:07:21.448" v="242" actId="20577"/>
        <pc:sldMkLst>
          <pc:docMk/>
          <pc:sldMk cId="2176005885" sldId="516"/>
        </pc:sldMkLst>
        <pc:spChg chg="mod">
          <ac:chgData name="Nguyen, Long (nguye2l6)" userId="S::nguye2l6@mail.uc.edu::cc7dbc53-f154-494b-a9e0-e9f2c1c70e35" providerId="AD" clId="Web-{D8296590-737E-84B4-88AB-A310C19F67A7}" dt="2025-09-12T16:07:21.448" v="242" actId="20577"/>
          <ac:spMkLst>
            <pc:docMk/>
            <pc:sldMk cId="2176005885" sldId="516"/>
            <ac:spMk id="4" creationId="{CE25B1E1-9F7B-0762-DCF1-9486EFDBB95D}"/>
          </ac:spMkLst>
        </pc:spChg>
      </pc:sldChg>
    </pc:docChg>
  </pc:docChgLst>
  <pc:docChgLst>
    <pc:chgData name="Lindsey, Daniel (lindsede)" userId="S::lindsede@mail.uc.edu::d0125d5e-f319-418f-9d72-2405da7ff1e3" providerId="AD" clId="Web-{C9473A77-2071-3FFC-F57D-793C8B9DF5A5}"/>
    <pc:docChg chg="modSld">
      <pc:chgData name="Lindsey, Daniel (lindsede)" userId="S::lindsede@mail.uc.edu::d0125d5e-f319-418f-9d72-2405da7ff1e3" providerId="AD" clId="Web-{C9473A77-2071-3FFC-F57D-793C8B9DF5A5}" dt="2025-09-12T16:12:39.309" v="457" actId="20577"/>
      <pc:docMkLst>
        <pc:docMk/>
      </pc:docMkLst>
      <pc:sldChg chg="modSp">
        <pc:chgData name="Lindsey, Daniel (lindsede)" userId="S::lindsede@mail.uc.edu::d0125d5e-f319-418f-9d72-2405da7ff1e3" providerId="AD" clId="Web-{C9473A77-2071-3FFC-F57D-793C8B9DF5A5}" dt="2025-09-12T01:43:59.121" v="307" actId="20577"/>
        <pc:sldMkLst>
          <pc:docMk/>
          <pc:sldMk cId="3289173440" sldId="510"/>
        </pc:sldMkLst>
        <pc:spChg chg="mod">
          <ac:chgData name="Lindsey, Daniel (lindsede)" userId="S::lindsede@mail.uc.edu::d0125d5e-f319-418f-9d72-2405da7ff1e3" providerId="AD" clId="Web-{C9473A77-2071-3FFC-F57D-793C8B9DF5A5}" dt="2025-09-12T01:43:59.121" v="307" actId="20577"/>
          <ac:spMkLst>
            <pc:docMk/>
            <pc:sldMk cId="3289173440" sldId="510"/>
            <ac:spMk id="4" creationId="{223B8C13-3A86-7CD0-57A1-2253CB458564}"/>
          </ac:spMkLst>
        </pc:spChg>
      </pc:sldChg>
      <pc:sldChg chg="modSp">
        <pc:chgData name="Lindsey, Daniel (lindsede)" userId="S::lindsede@mail.uc.edu::d0125d5e-f319-418f-9d72-2405da7ff1e3" providerId="AD" clId="Web-{C9473A77-2071-3FFC-F57D-793C8B9DF5A5}" dt="2025-09-12T01:42:01.056" v="305" actId="20577"/>
        <pc:sldMkLst>
          <pc:docMk/>
          <pc:sldMk cId="2943392139" sldId="511"/>
        </pc:sldMkLst>
        <pc:spChg chg="mod">
          <ac:chgData name="Lindsey, Daniel (lindsede)" userId="S::lindsede@mail.uc.edu::d0125d5e-f319-418f-9d72-2405da7ff1e3" providerId="AD" clId="Web-{C9473A77-2071-3FFC-F57D-793C8B9DF5A5}" dt="2025-09-12T01:42:01.056" v="305" actId="20577"/>
          <ac:spMkLst>
            <pc:docMk/>
            <pc:sldMk cId="2943392139" sldId="511"/>
            <ac:spMk id="4" creationId="{9C85CD35-2C5F-8DDE-097F-B592EA6DBAD7}"/>
          </ac:spMkLst>
        </pc:spChg>
        <pc:spChg chg="mod">
          <ac:chgData name="Lindsey, Daniel (lindsede)" userId="S::lindsede@mail.uc.edu::d0125d5e-f319-418f-9d72-2405da7ff1e3" providerId="AD" clId="Web-{C9473A77-2071-3FFC-F57D-793C8B9DF5A5}" dt="2025-09-12T01:28:09.108" v="98" actId="20577"/>
          <ac:spMkLst>
            <pc:docMk/>
            <pc:sldMk cId="2943392139" sldId="511"/>
            <ac:spMk id="207874" creationId="{88367F59-B8E6-E32B-75F0-FCD6A6642C6F}"/>
          </ac:spMkLst>
        </pc:spChg>
      </pc:sldChg>
      <pc:sldChg chg="modSp">
        <pc:chgData name="Lindsey, Daniel (lindsede)" userId="S::lindsede@mail.uc.edu::d0125d5e-f319-418f-9d72-2405da7ff1e3" providerId="AD" clId="Web-{C9473A77-2071-3FFC-F57D-793C8B9DF5A5}" dt="2025-09-12T16:12:39.309" v="457" actId="20577"/>
        <pc:sldMkLst>
          <pc:docMk/>
          <pc:sldMk cId="1903162722" sldId="512"/>
        </pc:sldMkLst>
        <pc:spChg chg="mod">
          <ac:chgData name="Lindsey, Daniel (lindsede)" userId="S::lindsede@mail.uc.edu::d0125d5e-f319-418f-9d72-2405da7ff1e3" providerId="AD" clId="Web-{C9473A77-2071-3FFC-F57D-793C8B9DF5A5}" dt="2025-09-12T16:12:39.309" v="457" actId="20577"/>
          <ac:spMkLst>
            <pc:docMk/>
            <pc:sldMk cId="1903162722" sldId="512"/>
            <ac:spMk id="4" creationId="{6036AF74-4FC8-0D11-9993-99A7F1039DD3}"/>
          </ac:spMkLst>
        </pc:spChg>
        <pc:spChg chg="mod">
          <ac:chgData name="Lindsey, Daniel (lindsede)" userId="S::lindsede@mail.uc.edu::d0125d5e-f319-418f-9d72-2405da7ff1e3" providerId="AD" clId="Web-{C9473A77-2071-3FFC-F57D-793C8B9DF5A5}" dt="2025-09-12T01:28:20.749" v="102" actId="20577"/>
          <ac:spMkLst>
            <pc:docMk/>
            <pc:sldMk cId="1903162722" sldId="512"/>
            <ac:spMk id="207874" creationId="{C7604EF1-23AC-DD43-9E73-701BBB09E676}"/>
          </ac:spMkLst>
        </pc:spChg>
      </pc:sldChg>
      <pc:sldChg chg="modSp">
        <pc:chgData name="Lindsey, Daniel (lindsede)" userId="S::lindsede@mail.uc.edu::d0125d5e-f319-418f-9d72-2405da7ff1e3" providerId="AD" clId="Web-{C9473A77-2071-3FFC-F57D-793C8B9DF5A5}" dt="2025-09-12T02:00:15.929" v="452" actId="20577"/>
        <pc:sldMkLst>
          <pc:docMk/>
          <pc:sldMk cId="2072979944" sldId="513"/>
        </pc:sldMkLst>
        <pc:spChg chg="mod">
          <ac:chgData name="Lindsey, Daniel (lindsede)" userId="S::lindsede@mail.uc.edu::d0125d5e-f319-418f-9d72-2405da7ff1e3" providerId="AD" clId="Web-{C9473A77-2071-3FFC-F57D-793C8B9DF5A5}" dt="2025-09-12T02:00:15.929" v="452" actId="20577"/>
          <ac:spMkLst>
            <pc:docMk/>
            <pc:sldMk cId="2072979944" sldId="513"/>
            <ac:spMk id="4" creationId="{5BDDD165-C71E-D433-DE99-D2AEED508A79}"/>
          </ac:spMkLst>
        </pc:spChg>
        <pc:spChg chg="mod">
          <ac:chgData name="Lindsey, Daniel (lindsede)" userId="S::lindsede@mail.uc.edu::d0125d5e-f319-418f-9d72-2405da7ff1e3" providerId="AD" clId="Web-{C9473A77-2071-3FFC-F57D-793C8B9DF5A5}" dt="2025-09-12T01:28:35.375" v="104" actId="20577"/>
          <ac:spMkLst>
            <pc:docMk/>
            <pc:sldMk cId="2072979944" sldId="513"/>
            <ac:spMk id="207874" creationId="{9DC197E9-281A-6111-4D36-25CCAE6D8C69}"/>
          </ac:spMkLst>
        </pc:spChg>
      </pc:sldChg>
      <pc:sldChg chg="modSp">
        <pc:chgData name="Lindsey, Daniel (lindsede)" userId="S::lindsede@mail.uc.edu::d0125d5e-f319-418f-9d72-2405da7ff1e3" providerId="AD" clId="Web-{C9473A77-2071-3FFC-F57D-793C8B9DF5A5}" dt="2025-09-12T01:28:14.545" v="100" actId="20577"/>
        <pc:sldMkLst>
          <pc:docMk/>
          <pc:sldMk cId="3426694119" sldId="514"/>
        </pc:sldMkLst>
        <pc:spChg chg="mod">
          <ac:chgData name="Lindsey, Daniel (lindsede)" userId="S::lindsede@mail.uc.edu::d0125d5e-f319-418f-9d72-2405da7ff1e3" providerId="AD" clId="Web-{C9473A77-2071-3FFC-F57D-793C8B9DF5A5}" dt="2025-09-12T01:28:14.545" v="100" actId="20577"/>
          <ac:spMkLst>
            <pc:docMk/>
            <pc:sldMk cId="3426694119" sldId="514"/>
            <ac:spMk id="207874" creationId="{5C6C6E7E-477F-69D9-65FB-26BBE979CA13}"/>
          </ac:spMkLst>
        </pc:spChg>
      </pc:sldChg>
    </pc:docChg>
  </pc:docChgLst>
  <pc:docChgLst>
    <pc:chgData name="Lindsey, Daniel (lindsede)" userId="d0125d5e-f319-418f-9d72-2405da7ff1e3" providerId="ADAL" clId="{8B08021B-D69E-494E-AE44-0BD7A1FE16C0}"/>
    <pc:docChg chg="modSld">
      <pc:chgData name="Lindsey, Daniel (lindsede)" userId="d0125d5e-f319-418f-9d72-2405da7ff1e3" providerId="ADAL" clId="{8B08021B-D69E-494E-AE44-0BD7A1FE16C0}" dt="2025-09-11T21:04:21.947" v="29" actId="20577"/>
      <pc:docMkLst>
        <pc:docMk/>
      </pc:docMkLst>
      <pc:sldChg chg="modSp mod">
        <pc:chgData name="Lindsey, Daniel (lindsede)" userId="d0125d5e-f319-418f-9d72-2405da7ff1e3" providerId="ADAL" clId="{8B08021B-D69E-494E-AE44-0BD7A1FE16C0}" dt="2025-09-11T21:04:21.947" v="29" actId="20577"/>
        <pc:sldMkLst>
          <pc:docMk/>
          <pc:sldMk cId="3289173440" sldId="510"/>
        </pc:sldMkLst>
        <pc:spChg chg="mod">
          <ac:chgData name="Lindsey, Daniel (lindsede)" userId="d0125d5e-f319-418f-9d72-2405da7ff1e3" providerId="ADAL" clId="{8B08021B-D69E-494E-AE44-0BD7A1FE16C0}" dt="2025-09-11T21:04:21.947" v="29" actId="20577"/>
          <ac:spMkLst>
            <pc:docMk/>
            <pc:sldMk cId="3289173440" sldId="510"/>
            <ac:spMk id="4" creationId="{223B8C13-3A86-7CD0-57A1-2253CB458564}"/>
          </ac:spMkLst>
        </pc:spChg>
        <pc:spChg chg="mod">
          <ac:chgData name="Lindsey, Daniel (lindsede)" userId="d0125d5e-f319-418f-9d72-2405da7ff1e3" providerId="ADAL" clId="{8B08021B-D69E-494E-AE44-0BD7A1FE16C0}" dt="2025-09-11T21:04:09.224" v="17" actId="20577"/>
          <ac:spMkLst>
            <pc:docMk/>
            <pc:sldMk cId="3289173440" sldId="510"/>
            <ac:spMk id="207874" creationId="{39F03FE8-084B-05A0-8769-59DC2E629012}"/>
          </ac:spMkLst>
        </pc:spChg>
      </pc:sldChg>
    </pc:docChg>
  </pc:docChgLst>
  <pc:docChgLst>
    <pc:chgData name="Nguyen, Long (nguye2l6)" userId="S::nguye2l6@mail.uc.edu::cc7dbc53-f154-494b-a9e0-e9f2c1c70e35" providerId="AD" clId="Web-{A97A7899-E536-5265-2A8E-E167AC873315}"/>
    <pc:docChg chg="addSld modSld">
      <pc:chgData name="Nguyen, Long (nguye2l6)" userId="S::nguye2l6@mail.uc.edu::cc7dbc53-f154-494b-a9e0-e9f2c1c70e35" providerId="AD" clId="Web-{A97A7899-E536-5265-2A8E-E167AC873315}" dt="2025-09-12T15:34:44.295" v="7" actId="20577"/>
      <pc:docMkLst>
        <pc:docMk/>
      </pc:docMkLst>
      <pc:sldChg chg="modSp add replId">
        <pc:chgData name="Nguyen, Long (nguye2l6)" userId="S::nguye2l6@mail.uc.edu::cc7dbc53-f154-494b-a9e0-e9f2c1c70e35" providerId="AD" clId="Web-{A97A7899-E536-5265-2A8E-E167AC873315}" dt="2025-09-12T15:34:44.295" v="7" actId="20577"/>
        <pc:sldMkLst>
          <pc:docMk/>
          <pc:sldMk cId="1843796546" sldId="515"/>
        </pc:sldMkLst>
        <pc:spChg chg="mod">
          <ac:chgData name="Nguyen, Long (nguye2l6)" userId="S::nguye2l6@mail.uc.edu::cc7dbc53-f154-494b-a9e0-e9f2c1c70e35" providerId="AD" clId="Web-{A97A7899-E536-5265-2A8E-E167AC873315}" dt="2025-09-12T15:34:44.295" v="7" actId="20577"/>
          <ac:spMkLst>
            <pc:docMk/>
            <pc:sldMk cId="1843796546" sldId="515"/>
            <ac:spMk id="4" creationId="{F6CAC84B-C43F-4D19-42F8-1C4896D21CF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175BA-09AD-9D1A-44DE-60FE3904ED28}"/>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A9D5DF19-4D51-436A-F6F6-C8FE4F22E2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1</a:t>
            </a:fld>
            <a:endParaRPr lang="en-US" altLang="en-US" sz="1300"/>
          </a:p>
        </p:txBody>
      </p:sp>
      <p:sp>
        <p:nvSpPr>
          <p:cNvPr id="89091" name="Rectangle 2">
            <a:extLst>
              <a:ext uri="{FF2B5EF4-FFF2-40B4-BE49-F238E27FC236}">
                <a16:creationId xmlns:a16="http://schemas.microsoft.com/office/drawing/2014/main" id="{023383A4-6887-7A48-633E-4DD06E2175EC}"/>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C15A83C-8CC5-A7D6-1F25-9EBCE6E040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334293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3B605-4213-86C4-913C-2C91DF731BD0}"/>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8B76D248-DDC5-BA77-F3C6-08F5FB26A3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2</a:t>
            </a:fld>
            <a:endParaRPr lang="en-US" altLang="en-US" sz="1300"/>
          </a:p>
        </p:txBody>
      </p:sp>
      <p:sp>
        <p:nvSpPr>
          <p:cNvPr id="89091" name="Rectangle 2">
            <a:extLst>
              <a:ext uri="{FF2B5EF4-FFF2-40B4-BE49-F238E27FC236}">
                <a16:creationId xmlns:a16="http://schemas.microsoft.com/office/drawing/2014/main" id="{B816D3D2-F642-A303-9249-351F386D1AF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C90B33A6-D85B-145B-3201-13EA1E661C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3147958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619C4-9D99-ED3D-FC90-65B921E0C3E1}"/>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1827A2C3-D86A-5EE6-3786-F7E912BAA5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3</a:t>
            </a:fld>
            <a:endParaRPr lang="en-US" altLang="en-US" sz="1300"/>
          </a:p>
        </p:txBody>
      </p:sp>
      <p:sp>
        <p:nvSpPr>
          <p:cNvPr id="89091" name="Rectangle 2">
            <a:extLst>
              <a:ext uri="{FF2B5EF4-FFF2-40B4-BE49-F238E27FC236}">
                <a16:creationId xmlns:a16="http://schemas.microsoft.com/office/drawing/2014/main" id="{B24FD506-24B5-DD7D-FAFA-6DEC7F9686D1}"/>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A7EAFC79-D4EE-2091-09F4-1F3000C72C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1032514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3171-B709-87DA-6B92-84CCEE7245BF}"/>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B21A81F7-1625-1024-F19C-8F1C2871FD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4</a:t>
            </a:fld>
            <a:endParaRPr lang="en-US" altLang="en-US" sz="1300"/>
          </a:p>
        </p:txBody>
      </p:sp>
      <p:sp>
        <p:nvSpPr>
          <p:cNvPr id="89091" name="Rectangle 2">
            <a:extLst>
              <a:ext uri="{FF2B5EF4-FFF2-40B4-BE49-F238E27FC236}">
                <a16:creationId xmlns:a16="http://schemas.microsoft.com/office/drawing/2014/main" id="{6D679091-7AB8-71DA-75AD-17BF95DA3BDB}"/>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61EF2AA3-2F7E-573A-91C9-EB51F69ED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214377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F9EC-7019-FEB8-E94E-05DDFE2D93B4}"/>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21BADE7C-F222-E49F-EE87-5A71141B18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5</a:t>
            </a:fld>
            <a:endParaRPr lang="en-US" altLang="en-US" sz="1300"/>
          </a:p>
        </p:txBody>
      </p:sp>
      <p:sp>
        <p:nvSpPr>
          <p:cNvPr id="89091" name="Rectangle 2">
            <a:extLst>
              <a:ext uri="{FF2B5EF4-FFF2-40B4-BE49-F238E27FC236}">
                <a16:creationId xmlns:a16="http://schemas.microsoft.com/office/drawing/2014/main" id="{E4EAE6CA-EEFD-6E55-2434-2C3DABEEE6FA}"/>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CABA97E0-B036-EABE-5E29-4F1F24A96E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333121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F0720-EE20-25A4-6375-746BE9551A11}"/>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913507F3-5A13-1D52-612D-82BBCA0CCE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6</a:t>
            </a:fld>
            <a:endParaRPr lang="en-US" altLang="en-US" sz="1300"/>
          </a:p>
        </p:txBody>
      </p:sp>
      <p:sp>
        <p:nvSpPr>
          <p:cNvPr id="89091" name="Rectangle 2">
            <a:extLst>
              <a:ext uri="{FF2B5EF4-FFF2-40B4-BE49-F238E27FC236}">
                <a16:creationId xmlns:a16="http://schemas.microsoft.com/office/drawing/2014/main" id="{61C385B7-C20C-D0B2-5FC3-DBCFEB29805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376BD6D9-CB07-8B4B-5323-9F66ECC96A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2986252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4D668-2D5F-BADA-A21B-72406F126BBE}"/>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47999576-A624-3878-BC44-286A6687C4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7</a:t>
            </a:fld>
            <a:endParaRPr lang="en-US" altLang="en-US" sz="1300"/>
          </a:p>
        </p:txBody>
      </p:sp>
      <p:sp>
        <p:nvSpPr>
          <p:cNvPr id="89091" name="Rectangle 2">
            <a:extLst>
              <a:ext uri="{FF2B5EF4-FFF2-40B4-BE49-F238E27FC236}">
                <a16:creationId xmlns:a16="http://schemas.microsoft.com/office/drawing/2014/main" id="{A1FD2925-529F-A0CD-7120-C3631D102CE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E9F576E-6F2C-4E8E-57D8-8AB7AF5CF8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sz="1200" kern="1200">
              <a:solidFill>
                <a:schemeClr val="tx1"/>
              </a:solidFill>
              <a:effectLst/>
              <a:latin typeface="Times New Roman" charset="0"/>
              <a:ea typeface="MS PGothic" panose="020B0600070205080204" pitchFamily="34" charset="-128"/>
              <a:cs typeface="ＭＳ Ｐゴシック" charset="0"/>
            </a:endParaRPr>
          </a:p>
        </p:txBody>
      </p:sp>
    </p:spTree>
    <p:extLst>
      <p:ext uri="{BB962C8B-B14F-4D97-AF65-F5344CB8AC3E}">
        <p14:creationId xmlns:p14="http://schemas.microsoft.com/office/powerpoint/2010/main" val="541003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a:t>Click to edit Master title style</a:t>
            </a:r>
          </a:p>
        </p:txBody>
      </p:sp>
      <p:sp>
        <p:nvSpPr>
          <p:cNvPr id="3" name="Content Placeholder 2"/>
          <p:cNvSpPr>
            <a:spLocks noGrp="1"/>
          </p:cNvSpPr>
          <p:nvPr>
            <p:ph idx="1"/>
          </p:nvPr>
        </p:nvSpPr>
        <p:spPr>
          <a:xfrm>
            <a:off x="768349" y="1093788"/>
            <a:ext cx="7707313" cy="4903787"/>
          </a:xfrm>
        </p:spPr>
        <p:txBody>
          <a:bodyPr/>
          <a:lstStyle>
            <a:lvl1pPr marL="342900" indent="-342900">
              <a:buSzPct val="110000"/>
              <a:buFont typeface="Wingdings" panose="05000000000000000000" pitchFamily="2" charset="2"/>
              <a:buChar char="§"/>
              <a:defRPr sz="18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8145" y="1093788"/>
            <a:ext cx="772751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291321" y="6613525"/>
            <a:ext cx="56137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a:solidFill>
                  <a:srgbClr val="002060"/>
                </a:solidFill>
              </a:rPr>
              <a:t>GP.</a:t>
            </a:r>
            <a:fld id="{669DE52E-05EC-4487-BE79-3F9A6A9F8797}" type="slidenum">
              <a:rPr lang="en-US" altLang="en-US" sz="1000" b="1" smtClean="0">
                <a:solidFill>
                  <a:srgbClr val="002060"/>
                </a:solidFill>
              </a:rPr>
              <a:pPr algn="ctr">
                <a:spcBef>
                  <a:spcPct val="50000"/>
                </a:spcBef>
                <a:defRPr/>
              </a:pPr>
              <a:t>‹#›</a:t>
            </a:fld>
            <a:endParaRPr lang="en-US" altLang="en-US" sz="1000" b="1">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51258" y="117475"/>
            <a:ext cx="7727518"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85453" y="6613525"/>
            <a:ext cx="997389"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a:solidFill>
                  <a:srgbClr val="002060"/>
                </a:solidFill>
              </a:rPr>
              <a:t>CS 5151/6051</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8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rxiv.org/pdf/2412.0429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15799.courses.cs.cmu.edu/spring2025/papers/11-unnesting/neumann-btw2025.pdf"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FD5A-205A-7D8B-28BC-5190F44CFC75}"/>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39F03FE8-084B-05A0-8769-59DC2E62901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Group 13 Project Proposal</a:t>
            </a:r>
          </a:p>
        </p:txBody>
      </p:sp>
      <p:sp>
        <p:nvSpPr>
          <p:cNvPr id="4" name="Rectangle 3">
            <a:extLst>
              <a:ext uri="{FF2B5EF4-FFF2-40B4-BE49-F238E27FC236}">
                <a16:creationId xmlns:a16="http://schemas.microsoft.com/office/drawing/2014/main" id="{223B8C13-3A86-7CD0-57A1-2253CB458564}"/>
              </a:ext>
            </a:extLst>
          </p:cNvPr>
          <p:cNvSpPr txBox="1">
            <a:spLocks noChangeArrowheads="1"/>
          </p:cNvSpPr>
          <p:nvPr/>
        </p:nvSpPr>
        <p:spPr bwMode="auto">
          <a:xfrm>
            <a:off x="814280" y="1236663"/>
            <a:ext cx="7727518" cy="52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t>Project type: Fix and Win</a:t>
            </a:r>
          </a:p>
          <a:p>
            <a:endParaRPr lang="en-US" sz="800" kern="0"/>
          </a:p>
          <a:p>
            <a:r>
              <a:rPr lang="en-US" sz="2000" kern="0"/>
              <a:t>Research topic </a:t>
            </a:r>
          </a:p>
          <a:p>
            <a:pPr lvl="1"/>
            <a:r>
              <a:rPr lang="en-US" sz="2000" kern="0">
                <a:ea typeface="MS PGothic"/>
                <a:cs typeface="Helvetica"/>
              </a:rPr>
              <a:t>SQL query unnesting for improving execution times and reducing total query duration.</a:t>
            </a:r>
            <a:endParaRPr lang="en-US" sz="2000" kern="0">
              <a:cs typeface="Helvetica"/>
            </a:endParaRPr>
          </a:p>
          <a:p>
            <a:pPr lvl="1"/>
            <a:r>
              <a:rPr lang="en-US" sz="2000" kern="0">
                <a:ea typeface="+mn-lt"/>
                <a:cs typeface="+mn-lt"/>
                <a:hlinkClick r:id="rId3"/>
              </a:rPr>
              <a:t>A Formalization of Top-Down Unnesting</a:t>
            </a:r>
            <a:endParaRPr lang="en-US" sz="2000" kern="0">
              <a:cs typeface="Helvetica"/>
            </a:endParaRPr>
          </a:p>
          <a:p>
            <a:pPr lvl="1">
              <a:buClr>
                <a:srgbClr val="FF9933"/>
              </a:buClr>
            </a:pPr>
            <a:r>
              <a:rPr lang="en-US" sz="2000" kern="0">
                <a:ea typeface="+mn-lt"/>
                <a:cs typeface="+mn-lt"/>
                <a:hlinkClick r:id="rId4"/>
              </a:rPr>
              <a:t>Improving Unnesting of Complex Queries</a:t>
            </a:r>
            <a:endParaRPr lang="en-US" sz="2000" kern="0">
              <a:cs typeface="Helvetica"/>
            </a:endParaRPr>
          </a:p>
          <a:p>
            <a:pPr lvl="1">
              <a:buClr>
                <a:srgbClr val="FF9933"/>
              </a:buClr>
            </a:pPr>
            <a:endParaRPr lang="en-US" sz="800" kern="0">
              <a:cs typeface="Helvetica"/>
            </a:endParaRPr>
          </a:p>
          <a:p>
            <a:r>
              <a:rPr lang="en-US" sz="2000" kern="0"/>
              <a:t>Motivation</a:t>
            </a:r>
          </a:p>
          <a:p>
            <a:pPr lvl="1"/>
            <a:r>
              <a:rPr lang="en-US" sz="2000" kern="0">
                <a:ea typeface="+mn-lt"/>
                <a:cs typeface="+mn-lt"/>
              </a:rPr>
              <a:t>Increased understanding of how query operations can interconnect and be used interchangeably for improved execution times.</a:t>
            </a:r>
            <a:endParaRPr lang="en-US" sz="2000" kern="0">
              <a:cs typeface="+mn-lt"/>
            </a:endParaRPr>
          </a:p>
          <a:p>
            <a:pPr lvl="1"/>
            <a:r>
              <a:rPr lang="en-US" sz="2000" kern="0">
                <a:ea typeface="+mn-lt"/>
                <a:cs typeface="+mn-lt"/>
              </a:rPr>
              <a:t>Simple topic but greater complexity the deeper you look.</a:t>
            </a:r>
            <a:endParaRPr lang="en-US" sz="2000" kern="0">
              <a:cs typeface="Helvetica"/>
            </a:endParaRPr>
          </a:p>
          <a:p>
            <a:pPr lvl="1"/>
            <a:r>
              <a:rPr lang="en-US" sz="2000" kern="0">
                <a:ea typeface="+mn-lt"/>
                <a:cs typeface="+mn-lt"/>
              </a:rPr>
              <a:t>Exposure to advanced queries with multiple sub-queries.</a:t>
            </a:r>
            <a:endParaRPr lang="en-US" sz="2000" kern="0">
              <a:cs typeface="Helvetica"/>
            </a:endParaRPr>
          </a:p>
          <a:p>
            <a:pPr lvl="1">
              <a:buClr>
                <a:srgbClr val="FF9933"/>
              </a:buClr>
            </a:pPr>
            <a:endParaRPr lang="en-US" sz="2000" kern="0">
              <a:cs typeface="Helvetica"/>
            </a:endParaRPr>
          </a:p>
          <a:p>
            <a:endParaRPr lang="en-US" sz="2000" kern="0"/>
          </a:p>
          <a:p>
            <a:pPr lvl="1"/>
            <a:endParaRPr lang="en-US" sz="2000" kern="0">
              <a:cs typeface="Helvetica"/>
            </a:endParaRPr>
          </a:p>
        </p:txBody>
      </p:sp>
    </p:spTree>
    <p:extLst>
      <p:ext uri="{BB962C8B-B14F-4D97-AF65-F5344CB8AC3E}">
        <p14:creationId xmlns:p14="http://schemas.microsoft.com/office/powerpoint/2010/main" val="328917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B2C3-E5A7-231B-D7C6-51D383551FE3}"/>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88367F59-B8E6-E32B-75F0-FCD6A6642C6F}"/>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9C85CD35-2C5F-8DDE-097F-B592EA6DBAD7}"/>
              </a:ext>
            </a:extLst>
          </p:cNvPr>
          <p:cNvSpPr txBox="1">
            <a:spLocks noChangeArrowheads="1"/>
          </p:cNvSpPr>
          <p:nvPr/>
        </p:nvSpPr>
        <p:spPr bwMode="auto">
          <a:xfrm>
            <a:off x="814279" y="1277957"/>
            <a:ext cx="7955147" cy="52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t>The problem the paper addresses</a:t>
            </a:r>
          </a:p>
          <a:p>
            <a:pPr lvl="1"/>
            <a:r>
              <a:rPr lang="en-US" sz="2000" kern="0">
                <a:ea typeface="MS PGothic"/>
              </a:rPr>
              <a:t>Little real-world evidence is provided detailing the actual efficiency boost unnesting provides. </a:t>
            </a:r>
            <a:endParaRPr lang="en-US" sz="2000" kern="0"/>
          </a:p>
          <a:p>
            <a:pPr lvl="1"/>
            <a:r>
              <a:rPr lang="en-US" sz="2000" kern="0">
                <a:ea typeface="MS PGothic"/>
                <a:cs typeface="Helvetica"/>
              </a:rPr>
              <a:t>Does not account for all aggregate functions.</a:t>
            </a:r>
            <a:endParaRPr lang="en-US" sz="2000" kern="0">
              <a:cs typeface="Helvetica"/>
            </a:endParaRPr>
          </a:p>
          <a:p>
            <a:pPr lvl="1"/>
            <a:endParaRPr lang="en-US" sz="2000" kern="0">
              <a:cs typeface="Helvetica"/>
            </a:endParaRPr>
          </a:p>
          <a:p>
            <a:pPr lvl="1">
              <a:buClr>
                <a:srgbClr val="FF9933"/>
              </a:buClr>
            </a:pPr>
            <a:endParaRPr lang="en-US" sz="800" kern="0">
              <a:cs typeface="Helvetica"/>
            </a:endParaRPr>
          </a:p>
          <a:p>
            <a:endParaRPr lang="en-US" sz="2000" kern="0"/>
          </a:p>
          <a:p>
            <a:pPr lvl="1"/>
            <a:endParaRPr lang="en-US" sz="2000" kern="0">
              <a:cs typeface="Helvetica"/>
            </a:endParaRPr>
          </a:p>
        </p:txBody>
      </p:sp>
    </p:spTree>
    <p:extLst>
      <p:ext uri="{BB962C8B-B14F-4D97-AF65-F5344CB8AC3E}">
        <p14:creationId xmlns:p14="http://schemas.microsoft.com/office/powerpoint/2010/main" val="294339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09F7-198D-9EED-16D2-E480565664EC}"/>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5C6C6E7E-477F-69D9-65FB-26BBE979CA13}"/>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7DFCA8FA-BFA9-CAC8-7D6A-35C203B10A8A}"/>
              </a:ext>
            </a:extLst>
          </p:cNvPr>
          <p:cNvSpPr txBox="1">
            <a:spLocks noChangeArrowheads="1"/>
          </p:cNvSpPr>
          <p:nvPr/>
        </p:nvSpPr>
        <p:spPr bwMode="auto">
          <a:xfrm>
            <a:off x="814279" y="1255923"/>
            <a:ext cx="7955147" cy="524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ea typeface="MS PGothic"/>
              </a:rPr>
              <a:t>Project goal</a:t>
            </a:r>
          </a:p>
          <a:p>
            <a:pPr lvl="1">
              <a:buClr>
                <a:srgbClr val="FF9933"/>
              </a:buClr>
            </a:pPr>
            <a:r>
              <a:rPr lang="en-US" sz="2000" kern="0">
                <a:ea typeface="MS PGothic"/>
                <a:cs typeface="Helvetica"/>
              </a:rPr>
              <a:t>Our proposed method will aim to provide additional detail in how much more efficient unnesting is.</a:t>
            </a:r>
          </a:p>
          <a:p>
            <a:pPr lvl="1">
              <a:buClr>
                <a:srgbClr val="FF9933"/>
              </a:buClr>
            </a:pPr>
            <a:r>
              <a:rPr lang="en-US" sz="2000" kern="0">
                <a:ea typeface="MS PGothic"/>
                <a:cs typeface="Helvetica"/>
              </a:rPr>
              <a:t>Additionally, our method will attempt to provide additional functionality for aggregate functions.</a:t>
            </a:r>
            <a:endParaRPr lang="en-US" sz="2000" kern="0">
              <a:cs typeface="Helvetica"/>
            </a:endParaRPr>
          </a:p>
          <a:p>
            <a:pPr lvl="1">
              <a:buClr>
                <a:srgbClr val="FF9933"/>
              </a:buClr>
            </a:pPr>
            <a:endParaRPr lang="en-US" sz="2000" kern="0">
              <a:cs typeface="Helvetica"/>
            </a:endParaRPr>
          </a:p>
          <a:p>
            <a:pPr lvl="1">
              <a:buClr>
                <a:srgbClr val="FF9933"/>
              </a:buClr>
            </a:pPr>
            <a:endParaRPr lang="en-US" sz="2000" kern="0">
              <a:cs typeface="Helvetica"/>
            </a:endParaRPr>
          </a:p>
          <a:p>
            <a:endParaRPr lang="en-US" sz="2000" kern="0">
              <a:cs typeface="Helvetica"/>
            </a:endParaRPr>
          </a:p>
          <a:p>
            <a:pPr lvl="1"/>
            <a:endParaRPr lang="en-US" sz="2000" kern="0">
              <a:cs typeface="Helvetica"/>
            </a:endParaRPr>
          </a:p>
        </p:txBody>
      </p:sp>
    </p:spTree>
    <p:extLst>
      <p:ext uri="{BB962C8B-B14F-4D97-AF65-F5344CB8AC3E}">
        <p14:creationId xmlns:p14="http://schemas.microsoft.com/office/powerpoint/2010/main" val="3426694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DCE7D-68F3-594D-46CC-9E4B10ED13BA}"/>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C7604EF1-23AC-DD43-9E73-701BBB09E676}"/>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6036AF74-4FC8-0D11-9993-99A7F1039DD3}"/>
              </a:ext>
            </a:extLst>
          </p:cNvPr>
          <p:cNvSpPr txBox="1">
            <a:spLocks noChangeArrowheads="1"/>
          </p:cNvSpPr>
          <p:nvPr/>
        </p:nvSpPr>
        <p:spPr bwMode="auto">
          <a:xfrm>
            <a:off x="814280" y="1236663"/>
            <a:ext cx="7664496"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altLang="ko-KR" sz="2000" kern="0">
                <a:ea typeface="MS PGothic"/>
              </a:rPr>
              <a:t>R</a:t>
            </a:r>
            <a:r>
              <a:rPr lang="en-US" sz="2000" kern="0">
                <a:ea typeface="MS PGothic"/>
              </a:rPr>
              <a:t>ough idea of the proposed method</a:t>
            </a:r>
          </a:p>
          <a:p>
            <a:pPr lvl="1"/>
            <a:r>
              <a:rPr lang="en-US" sz="2000" kern="0">
                <a:ea typeface="+mn-lt"/>
                <a:cs typeface="+mn-lt"/>
              </a:rPr>
              <a:t>We will study unnesting and reverse query engineering. We will then analyze the provided algorithms for possible improvements and graph the differences between query duration between nested and untested queries to evaluate effectiveness and efficiency.</a:t>
            </a:r>
            <a:endParaRPr lang="en-US">
              <a:ea typeface="+mn-lt"/>
              <a:cs typeface="+mn-lt"/>
            </a:endParaRPr>
          </a:p>
          <a:p>
            <a:pPr lvl="1"/>
            <a:r>
              <a:rPr lang="en-US" sz="2000" kern="0">
                <a:ea typeface="MS PGothic"/>
              </a:rPr>
              <a:t>Papers on this topic mostly cover how unnesting works instead of providing clear evidence on how unnesting improves efficiency.</a:t>
            </a:r>
            <a:endParaRPr lang="en-US" sz="2000" kern="0">
              <a:ea typeface="MS PGothic"/>
              <a:cs typeface="Helvetica"/>
            </a:endParaRPr>
          </a:p>
        </p:txBody>
      </p:sp>
    </p:spTree>
    <p:extLst>
      <p:ext uri="{BB962C8B-B14F-4D97-AF65-F5344CB8AC3E}">
        <p14:creationId xmlns:p14="http://schemas.microsoft.com/office/powerpoint/2010/main" val="1903162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C369-63A1-ECF2-D3EA-451613C9BD2F}"/>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9DC197E9-281A-6111-4D36-25CCAE6D8C69}"/>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5BDDD165-C71E-D433-DE99-D2AEED508A79}"/>
              </a:ext>
            </a:extLst>
          </p:cNvPr>
          <p:cNvSpPr txBox="1">
            <a:spLocks noChangeArrowheads="1"/>
          </p:cNvSpPr>
          <p:nvPr/>
        </p:nvSpPr>
        <p:spPr bwMode="auto">
          <a:xfrm>
            <a:off x="814280" y="1236663"/>
            <a:ext cx="7664496"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t>Testing plan</a:t>
            </a:r>
          </a:p>
          <a:p>
            <a:pPr lvl="1"/>
            <a:r>
              <a:rPr lang="en-US" sz="2000" kern="0">
                <a:ea typeface="MS PGothic"/>
              </a:rPr>
              <a:t>We will evaluate various nested queries and real-world datasets to get a base understanding of what typical query duration looks like.</a:t>
            </a:r>
            <a:endParaRPr lang="en-US" sz="2000" kern="0"/>
          </a:p>
          <a:p>
            <a:pPr lvl="1"/>
            <a:r>
              <a:rPr lang="en-US" sz="2000" kern="0">
                <a:ea typeface="MS PGothic"/>
                <a:cs typeface="Helvetica"/>
              </a:rPr>
              <a:t>Results will then be compared to the purported efficiency improvements from unnesting to confirm and further improve upon the method.</a:t>
            </a:r>
            <a:endParaRPr lang="en-US" sz="2000" kern="0">
              <a:cs typeface="Helvetica"/>
            </a:endParaRPr>
          </a:p>
          <a:p>
            <a:pPr lvl="1"/>
            <a:endParaRPr lang="en-US" sz="2000" kern="0">
              <a:cs typeface="Helvetica"/>
            </a:endParaRPr>
          </a:p>
        </p:txBody>
      </p:sp>
    </p:spTree>
    <p:extLst>
      <p:ext uri="{BB962C8B-B14F-4D97-AF65-F5344CB8AC3E}">
        <p14:creationId xmlns:p14="http://schemas.microsoft.com/office/powerpoint/2010/main" val="2072979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3A01-FBDE-DCD1-2E98-3F37530CEB2F}"/>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09FFBB17-6777-1F02-4F6F-C68620D981B7}"/>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F6CAC84B-C43F-4D19-42F8-1C4896D21CFB}"/>
              </a:ext>
            </a:extLst>
          </p:cNvPr>
          <p:cNvSpPr txBox="1">
            <a:spLocks noChangeArrowheads="1"/>
          </p:cNvSpPr>
          <p:nvPr/>
        </p:nvSpPr>
        <p:spPr bwMode="auto">
          <a:xfrm>
            <a:off x="814280" y="1236663"/>
            <a:ext cx="7664496"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ea typeface="MS PGothic"/>
              </a:rPr>
              <a:t>Schedule</a:t>
            </a:r>
            <a:endParaRPr lang="en-US" sz="2000" kern="0"/>
          </a:p>
          <a:p>
            <a:pPr lvl="1"/>
            <a:r>
              <a:rPr lang="en-US" sz="2000" kern="0">
                <a:ea typeface="MS PGothic"/>
                <a:cs typeface="Helvetica"/>
              </a:rPr>
              <a:t>Sept 22 – Implement Research Algorithm</a:t>
            </a:r>
            <a:endParaRPr lang="en-US" sz="2000" kern="0">
              <a:cs typeface="Helvetica"/>
            </a:endParaRPr>
          </a:p>
          <a:p>
            <a:pPr lvl="1"/>
            <a:r>
              <a:rPr lang="en-US" sz="2000" kern="0">
                <a:ea typeface="MS PGothic"/>
                <a:cs typeface="Helvetica"/>
              </a:rPr>
              <a:t>Sept 29 – Research Ways to Improve Algorithm</a:t>
            </a:r>
            <a:endParaRPr lang="en-US" sz="2000" kern="0">
              <a:cs typeface="Helvetica"/>
            </a:endParaRPr>
          </a:p>
          <a:p>
            <a:pPr lvl="1"/>
            <a:r>
              <a:rPr lang="en-US" sz="2000" kern="0">
                <a:ea typeface="MS PGothic"/>
                <a:cs typeface="Helvetica"/>
              </a:rPr>
              <a:t>Oct 6 – Implement Revised/Proposed Algorithms</a:t>
            </a:r>
            <a:endParaRPr lang="en-US" sz="2000" kern="0">
              <a:cs typeface="Helvetica"/>
            </a:endParaRPr>
          </a:p>
          <a:p>
            <a:pPr lvl="1"/>
            <a:r>
              <a:rPr lang="en-US" sz="2000" kern="0">
                <a:ea typeface="MS PGothic"/>
                <a:cs typeface="Helvetica"/>
              </a:rPr>
              <a:t>Oct 13 – </a:t>
            </a:r>
            <a:r>
              <a:rPr lang="en-US" sz="2000" b="1" kern="0">
                <a:ea typeface="MS PGothic"/>
                <a:cs typeface="Helvetica"/>
              </a:rPr>
              <a:t>Progress Report Due</a:t>
            </a:r>
            <a:endParaRPr lang="en-US" sz="2000" b="1" kern="0">
              <a:cs typeface="Helvetica"/>
            </a:endParaRPr>
          </a:p>
          <a:p>
            <a:pPr lvl="1"/>
            <a:r>
              <a:rPr lang="en-US" sz="2000" kern="0">
                <a:ea typeface="MS PGothic"/>
                <a:cs typeface="Helvetica"/>
              </a:rPr>
              <a:t>Oct 20 – Start Testing</a:t>
            </a:r>
            <a:endParaRPr lang="en-US" sz="2000" kern="0">
              <a:cs typeface="Helvetica"/>
            </a:endParaRPr>
          </a:p>
          <a:p>
            <a:pPr lvl="1"/>
            <a:r>
              <a:rPr lang="en-US" sz="2000" kern="0">
                <a:ea typeface="MS PGothic"/>
                <a:cs typeface="Helvetica"/>
              </a:rPr>
              <a:t>Oct 27 – Make Necessary Revisions/ Redo Testing</a:t>
            </a:r>
            <a:endParaRPr lang="en-US" sz="2000" kern="0">
              <a:cs typeface="Helvetica"/>
            </a:endParaRPr>
          </a:p>
          <a:p>
            <a:pPr lvl="1"/>
            <a:r>
              <a:rPr lang="en-US" sz="2000" kern="0">
                <a:ea typeface="MS PGothic"/>
                <a:cs typeface="Helvetica"/>
              </a:rPr>
              <a:t>Nov 3 – Compile Test Results</a:t>
            </a:r>
            <a:endParaRPr lang="en-US" sz="2000" kern="0">
              <a:cs typeface="Helvetica"/>
            </a:endParaRPr>
          </a:p>
          <a:p>
            <a:pPr lvl="1"/>
            <a:r>
              <a:rPr lang="en-US" sz="2000" kern="0">
                <a:ea typeface="MS PGothic"/>
                <a:cs typeface="Helvetica"/>
              </a:rPr>
              <a:t>Nov 10 – Start Presentation</a:t>
            </a:r>
          </a:p>
          <a:p>
            <a:pPr lvl="1"/>
            <a:r>
              <a:rPr lang="en-US" sz="2000" kern="0">
                <a:ea typeface="MS PGothic"/>
                <a:cs typeface="Helvetica"/>
              </a:rPr>
              <a:t>Nov 17 – </a:t>
            </a:r>
            <a:r>
              <a:rPr lang="en-US" sz="2000" b="1" kern="0">
                <a:ea typeface="MS PGothic"/>
                <a:cs typeface="Helvetica"/>
              </a:rPr>
              <a:t>Presentation Due / </a:t>
            </a:r>
            <a:r>
              <a:rPr lang="en-US" sz="2000" kern="0">
                <a:ea typeface="MS PGothic"/>
                <a:cs typeface="Helvetica"/>
              </a:rPr>
              <a:t>Start Final Report</a:t>
            </a:r>
          </a:p>
          <a:p>
            <a:pPr lvl="1"/>
            <a:r>
              <a:rPr lang="en-US" sz="2000" kern="0">
                <a:ea typeface="MS PGothic"/>
                <a:cs typeface="Helvetica"/>
              </a:rPr>
              <a:t>Dec 7 – Complete Final Report</a:t>
            </a:r>
          </a:p>
          <a:p>
            <a:pPr lvl="1"/>
            <a:endParaRPr lang="en-US" sz="2000" kern="0">
              <a:cs typeface="Helvetica"/>
            </a:endParaRPr>
          </a:p>
        </p:txBody>
      </p:sp>
    </p:spTree>
    <p:extLst>
      <p:ext uri="{BB962C8B-B14F-4D97-AF65-F5344CB8AC3E}">
        <p14:creationId xmlns:p14="http://schemas.microsoft.com/office/powerpoint/2010/main" val="1843796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236AE-509E-7299-AE20-EC73587853D4}"/>
            </a:ext>
          </a:extLst>
        </p:cNvPr>
        <p:cNvGrpSpPr/>
        <p:nvPr/>
      </p:nvGrpSpPr>
      <p:grpSpPr>
        <a:xfrm>
          <a:off x="0" y="0"/>
          <a:ext cx="0" cy="0"/>
          <a:chOff x="0" y="0"/>
          <a:chExt cx="0" cy="0"/>
        </a:xfrm>
      </p:grpSpPr>
      <p:sp>
        <p:nvSpPr>
          <p:cNvPr id="207874" name="Rectangle 2">
            <a:extLst>
              <a:ext uri="{FF2B5EF4-FFF2-40B4-BE49-F238E27FC236}">
                <a16:creationId xmlns:a16="http://schemas.microsoft.com/office/drawing/2014/main" id="{76AFE455-BF64-7D6D-B3A5-968F751DB71D}"/>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cs typeface="Helvetica"/>
              </a:rPr>
              <a:t>Group 13 Project Proposal</a:t>
            </a:r>
            <a:endParaRPr lang="en-US" b="0">
              <a:solidFill>
                <a:srgbClr val="000000"/>
              </a:solidFill>
              <a:effectLst>
                <a:outerShdw blurRad="38100" dist="38100" dir="2700000" algn="tl">
                  <a:srgbClr val="C0C0C0"/>
                </a:outerShdw>
              </a:effectLst>
              <a:cs typeface="Helvetica"/>
            </a:endParaRPr>
          </a:p>
        </p:txBody>
      </p:sp>
      <p:sp>
        <p:nvSpPr>
          <p:cNvPr id="4" name="Rectangle 3">
            <a:extLst>
              <a:ext uri="{FF2B5EF4-FFF2-40B4-BE49-F238E27FC236}">
                <a16:creationId xmlns:a16="http://schemas.microsoft.com/office/drawing/2014/main" id="{CE25B1E1-9F7B-0762-DCF1-9486EFDBB95D}"/>
              </a:ext>
            </a:extLst>
          </p:cNvPr>
          <p:cNvSpPr txBox="1">
            <a:spLocks noChangeArrowheads="1"/>
          </p:cNvSpPr>
          <p:nvPr/>
        </p:nvSpPr>
        <p:spPr bwMode="auto">
          <a:xfrm>
            <a:off x="814280" y="1236663"/>
            <a:ext cx="7664496"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kern="0">
                <a:ea typeface="MS PGothic"/>
              </a:rPr>
              <a:t>Contributions</a:t>
            </a:r>
            <a:endParaRPr lang="en-US" sz="2000" kern="0"/>
          </a:p>
          <a:p>
            <a:pPr lvl="1"/>
            <a:r>
              <a:rPr lang="en-US" sz="2000" kern="0">
                <a:ea typeface="MS PGothic"/>
                <a:cs typeface="Helvetica"/>
              </a:rPr>
              <a:t>Daniel – 33%</a:t>
            </a:r>
          </a:p>
          <a:p>
            <a:pPr lvl="1"/>
            <a:r>
              <a:rPr lang="en-US" sz="2000" kern="0">
                <a:ea typeface="MS PGothic"/>
                <a:cs typeface="Helvetica"/>
              </a:rPr>
              <a:t>Chase – 33%</a:t>
            </a:r>
            <a:endParaRPr lang="en-US" sz="2000" kern="0">
              <a:cs typeface="Helvetica"/>
            </a:endParaRPr>
          </a:p>
          <a:p>
            <a:pPr lvl="1"/>
            <a:r>
              <a:rPr lang="en-US" sz="2000" kern="0">
                <a:ea typeface="MS PGothic"/>
                <a:cs typeface="Helvetica"/>
              </a:rPr>
              <a:t>Long – 33%</a:t>
            </a:r>
            <a:endParaRPr lang="en-US" sz="2000" kern="0">
              <a:cs typeface="Helvetica"/>
            </a:endParaRPr>
          </a:p>
          <a:p>
            <a:pPr lvl="1"/>
            <a:endParaRPr lang="en-US" sz="2000" kern="0">
              <a:cs typeface="Helvetica"/>
            </a:endParaRPr>
          </a:p>
        </p:txBody>
      </p:sp>
    </p:spTree>
    <p:extLst>
      <p:ext uri="{BB962C8B-B14F-4D97-AF65-F5344CB8AC3E}">
        <p14:creationId xmlns:p14="http://schemas.microsoft.com/office/powerpoint/2010/main" val="2176005885"/>
      </p:ext>
    </p:extLst>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2_db-5-grey</vt:lpstr>
      <vt:lpstr>Group 13 Project Proposal</vt:lpstr>
      <vt:lpstr>Group 13 Project Proposal</vt:lpstr>
      <vt:lpstr>Group 13 Project Proposal</vt:lpstr>
      <vt:lpstr>Group 13 Project Proposal</vt:lpstr>
      <vt:lpstr>Group 13 Project Proposal</vt:lpstr>
      <vt:lpstr>Group 13 Project Proposal</vt:lpstr>
      <vt:lpstr>Group 13 Project 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5151 / 6051 Database Theory   03: Disk Organization   Seokki Lee </dc:title>
  <dc:creator>Seokki Lee</dc:creator>
  <cp:revision>2</cp:revision>
  <cp:lastPrinted>2025-09-02T14:41:44Z</cp:lastPrinted>
  <dcterms:created xsi:type="dcterms:W3CDTF">2020-12-30T20:09:33Z</dcterms:created>
  <dcterms:modified xsi:type="dcterms:W3CDTF">2025-09-13T19:53:27Z</dcterms:modified>
</cp:coreProperties>
</file>