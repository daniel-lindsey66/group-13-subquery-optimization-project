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2.xml" ContentType="application/vnd.openxmlformats-officedocument.them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1.xml" ContentType="application/vnd.openxmlformats-officedocument.presentationml.notesSlide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83" r:id="rId1"/>
  </p:sldMasterIdLst>
  <p:notesMasterIdLst>
    <p:notesMasterId r:id="rId22"/>
  </p:notesMasterIdLst>
  <p:sldIdLst>
    <p:sldId id="256" r:id="rId2"/>
    <p:sldId id="257" r:id="rId3"/>
    <p:sldId id="258" r:id="rId4"/>
    <p:sldId id="259" r:id="rId5"/>
    <p:sldId id="266" r:id="rId6"/>
    <p:sldId id="260" r:id="rId7"/>
    <p:sldId id="273" r:id="rId8"/>
    <p:sldId id="272" r:id="rId9"/>
    <p:sldId id="274" r:id="rId10"/>
    <p:sldId id="269" r:id="rId11"/>
    <p:sldId id="261" r:id="rId12"/>
    <p:sldId id="262" r:id="rId13"/>
    <p:sldId id="263" r:id="rId14"/>
    <p:sldId id="270" r:id="rId15"/>
    <p:sldId id="277" r:id="rId16"/>
    <p:sldId id="275" r:id="rId17"/>
    <p:sldId id="278" r:id="rId18"/>
    <p:sldId id="279" r:id="rId19"/>
    <p:sldId id="264" r:id="rId20"/>
    <p:sldId id="265" r:id="rId2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1D932F50-ADDA-4958-9402-ACB6533F242F}" v="2" dt="2025-12-02T21:28:50.149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28" Type="http://schemas.microsoft.com/office/2015/10/relationships/revisionInfo" Target="revisionInfo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notesMaster" Target="notesMasters/notesMaster1.xml"/><Relationship Id="rId27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Lindsey, Daniel (lindsede)" userId="d0125d5e-f319-418f-9d72-2405da7ff1e3" providerId="ADAL" clId="{96C9A7F7-1D8E-4178-8841-69CDEE290B39}"/>
    <pc:docChg chg="undo custSel addSld delSld modSld sldOrd">
      <pc:chgData name="Lindsey, Daniel (lindsede)" userId="d0125d5e-f319-418f-9d72-2405da7ff1e3" providerId="ADAL" clId="{96C9A7F7-1D8E-4178-8841-69CDEE290B39}" dt="2025-12-02T21:28:50.149" v="4499" actId="27636"/>
      <pc:docMkLst>
        <pc:docMk/>
      </pc:docMkLst>
      <pc:sldChg chg="addSp delSp modSp mod setBg">
        <pc:chgData name="Lindsey, Daniel (lindsede)" userId="d0125d5e-f319-418f-9d72-2405da7ff1e3" providerId="ADAL" clId="{96C9A7F7-1D8E-4178-8841-69CDEE290B39}" dt="2025-11-17T23:11:13.132" v="1137" actId="1076"/>
        <pc:sldMkLst>
          <pc:docMk/>
          <pc:sldMk cId="3951634998" sldId="256"/>
        </pc:sldMkLst>
        <pc:spChg chg="mod">
          <ac:chgData name="Lindsey, Daniel (lindsede)" userId="d0125d5e-f319-418f-9d72-2405da7ff1e3" providerId="ADAL" clId="{96C9A7F7-1D8E-4178-8841-69CDEE290B39}" dt="2025-11-17T23:08:24.551" v="1115" actId="1076"/>
          <ac:spMkLst>
            <pc:docMk/>
            <pc:sldMk cId="3951634998" sldId="256"/>
            <ac:spMk id="2" creationId="{A1764584-1630-5DB9-4C5A-F7EBE6990B65}"/>
          </ac:spMkLst>
        </pc:spChg>
        <pc:spChg chg="add">
          <ac:chgData name="Lindsey, Daniel (lindsede)" userId="d0125d5e-f319-418f-9d72-2405da7ff1e3" providerId="ADAL" clId="{96C9A7F7-1D8E-4178-8841-69CDEE290B39}" dt="2025-11-17T23:06:57.580" v="1104" actId="26606"/>
          <ac:spMkLst>
            <pc:docMk/>
            <pc:sldMk cId="3951634998" sldId="256"/>
            <ac:spMk id="25" creationId="{DC99427B-A97E-40A3-B1FD-4557346C6A91}"/>
          </ac:spMkLst>
        </pc:spChg>
        <pc:picChg chg="add mod">
          <ac:chgData name="Lindsey, Daniel (lindsede)" userId="d0125d5e-f319-418f-9d72-2405da7ff1e3" providerId="ADAL" clId="{96C9A7F7-1D8E-4178-8841-69CDEE290B39}" dt="2025-11-17T23:11:13.132" v="1137" actId="1076"/>
          <ac:picMkLst>
            <pc:docMk/>
            <pc:sldMk cId="3951634998" sldId="256"/>
            <ac:picMk id="4" creationId="{F65D771A-A455-D98A-BE79-1669A1D94697}"/>
          </ac:picMkLst>
        </pc:picChg>
        <pc:picChg chg="add mod">
          <ac:chgData name="Lindsey, Daniel (lindsede)" userId="d0125d5e-f319-418f-9d72-2405da7ff1e3" providerId="ADAL" clId="{96C9A7F7-1D8E-4178-8841-69CDEE290B39}" dt="2025-11-17T23:11:03.018" v="1136" actId="1076"/>
          <ac:picMkLst>
            <pc:docMk/>
            <pc:sldMk cId="3951634998" sldId="256"/>
            <ac:picMk id="6" creationId="{CA5EB179-6CE5-453E-BEA1-DCA04AD156C6}"/>
          </ac:picMkLst>
        </pc:picChg>
      </pc:sldChg>
      <pc:sldChg chg="addSp delSp modSp new mod">
        <pc:chgData name="Lindsey, Daniel (lindsede)" userId="d0125d5e-f319-418f-9d72-2405da7ff1e3" providerId="ADAL" clId="{96C9A7F7-1D8E-4178-8841-69CDEE290B39}" dt="2025-11-18T03:00:53.063" v="2010" actId="1076"/>
        <pc:sldMkLst>
          <pc:docMk/>
          <pc:sldMk cId="270519196" sldId="257"/>
        </pc:sldMkLst>
        <pc:spChg chg="mod">
          <ac:chgData name="Lindsey, Daniel (lindsede)" userId="d0125d5e-f319-418f-9d72-2405da7ff1e3" providerId="ADAL" clId="{96C9A7F7-1D8E-4178-8841-69CDEE290B39}" dt="2025-11-18T03:00:53.063" v="2010" actId="1076"/>
          <ac:spMkLst>
            <pc:docMk/>
            <pc:sldMk cId="270519196" sldId="257"/>
            <ac:spMk id="2" creationId="{DFCC3268-88E3-D440-EFAC-9DD61E78ED8D}"/>
          </ac:spMkLst>
        </pc:spChg>
        <pc:spChg chg="add mod">
          <ac:chgData name="Lindsey, Daniel (lindsede)" userId="d0125d5e-f319-418f-9d72-2405da7ff1e3" providerId="ADAL" clId="{96C9A7F7-1D8E-4178-8841-69CDEE290B39}" dt="2025-11-17T23:11:58.175" v="1155"/>
          <ac:spMkLst>
            <pc:docMk/>
            <pc:sldMk cId="270519196" sldId="257"/>
            <ac:spMk id="5" creationId="{FB8CAC5B-B33C-2667-310B-7DC1ED08377C}"/>
          </ac:spMkLst>
        </pc:spChg>
        <pc:spChg chg="add mod">
          <ac:chgData name="Lindsey, Daniel (lindsede)" userId="d0125d5e-f319-418f-9d72-2405da7ff1e3" providerId="ADAL" clId="{96C9A7F7-1D8E-4178-8841-69CDEE290B39}" dt="2025-11-17T23:14:19.845" v="1209" actId="14100"/>
          <ac:spMkLst>
            <pc:docMk/>
            <pc:sldMk cId="270519196" sldId="257"/>
            <ac:spMk id="6" creationId="{17060C50-0FB3-04AD-03CC-764B0CE13FEE}"/>
          </ac:spMkLst>
        </pc:spChg>
        <pc:spChg chg="mod">
          <ac:chgData name="Lindsey, Daniel (lindsede)" userId="d0125d5e-f319-418f-9d72-2405da7ff1e3" providerId="ADAL" clId="{96C9A7F7-1D8E-4178-8841-69CDEE290B39}" dt="2025-11-18T01:09:40.319" v="1210"/>
          <ac:spMkLst>
            <pc:docMk/>
            <pc:sldMk cId="270519196" sldId="257"/>
            <ac:spMk id="8" creationId="{C09F7774-D9AB-4629-FA8C-FB8C05AA8FC7}"/>
          </ac:spMkLst>
        </pc:spChg>
        <pc:spChg chg="mod">
          <ac:chgData name="Lindsey, Daniel (lindsede)" userId="d0125d5e-f319-418f-9d72-2405da7ff1e3" providerId="ADAL" clId="{96C9A7F7-1D8E-4178-8841-69CDEE290B39}" dt="2025-11-18T01:10:00.475" v="1235" actId="20577"/>
          <ac:spMkLst>
            <pc:docMk/>
            <pc:sldMk cId="270519196" sldId="257"/>
            <ac:spMk id="9" creationId="{3D2C8F25-1F9A-D029-AF00-A9A391B83EB6}"/>
          </ac:spMkLst>
        </pc:spChg>
        <pc:spChg chg="mod">
          <ac:chgData name="Lindsey, Daniel (lindsede)" userId="d0125d5e-f319-418f-9d72-2405da7ff1e3" providerId="ADAL" clId="{96C9A7F7-1D8E-4178-8841-69CDEE290B39}" dt="2025-11-18T01:10:10.554" v="1236"/>
          <ac:spMkLst>
            <pc:docMk/>
            <pc:sldMk cId="270519196" sldId="257"/>
            <ac:spMk id="11" creationId="{EFD8D210-E449-3885-1C6C-E2ACB5219DF3}"/>
          </ac:spMkLst>
        </pc:spChg>
        <pc:spChg chg="mod">
          <ac:chgData name="Lindsey, Daniel (lindsede)" userId="d0125d5e-f319-418f-9d72-2405da7ff1e3" providerId="ADAL" clId="{96C9A7F7-1D8E-4178-8841-69CDEE290B39}" dt="2025-11-18T03:00:35.463" v="2008" actId="1076"/>
          <ac:spMkLst>
            <pc:docMk/>
            <pc:sldMk cId="270519196" sldId="257"/>
            <ac:spMk id="12" creationId="{861AAD49-83F3-4C90-89F0-AD69B04F654E}"/>
          </ac:spMkLst>
        </pc:spChg>
        <pc:grpChg chg="add mod">
          <ac:chgData name="Lindsey, Daniel (lindsede)" userId="d0125d5e-f319-418f-9d72-2405da7ff1e3" providerId="ADAL" clId="{96C9A7F7-1D8E-4178-8841-69CDEE290B39}" dt="2025-11-17T23:14:10.328" v="1208" actId="14100"/>
          <ac:grpSpMkLst>
            <pc:docMk/>
            <pc:sldMk cId="270519196" sldId="257"/>
            <ac:grpSpMk id="3" creationId="{9993D9CB-6EB6-382D-4CFB-F86A710EA0D6}"/>
          </ac:grpSpMkLst>
        </pc:grpChg>
        <pc:grpChg chg="add mod">
          <ac:chgData name="Lindsey, Daniel (lindsede)" userId="d0125d5e-f319-418f-9d72-2405da7ff1e3" providerId="ADAL" clId="{96C9A7F7-1D8E-4178-8841-69CDEE290B39}" dt="2025-11-18T01:09:44.902" v="1211" actId="1076"/>
          <ac:grpSpMkLst>
            <pc:docMk/>
            <pc:sldMk cId="270519196" sldId="257"/>
            <ac:grpSpMk id="7" creationId="{DCAC5CBF-4411-6A0D-DF0A-B986F5E11EB1}"/>
          </ac:grpSpMkLst>
        </pc:grpChg>
        <pc:grpChg chg="add mod">
          <ac:chgData name="Lindsey, Daniel (lindsede)" userId="d0125d5e-f319-418f-9d72-2405da7ff1e3" providerId="ADAL" clId="{96C9A7F7-1D8E-4178-8841-69CDEE290B39}" dt="2025-11-18T03:00:42.129" v="2009" actId="1076"/>
          <ac:grpSpMkLst>
            <pc:docMk/>
            <pc:sldMk cId="270519196" sldId="257"/>
            <ac:grpSpMk id="10" creationId="{A93AC13F-E997-BB75-271D-430008A7A8EA}"/>
          </ac:grpSpMkLst>
        </pc:grpChg>
        <pc:graphicFrameChg chg="add mod modGraphic">
          <ac:chgData name="Lindsey, Daniel (lindsede)" userId="d0125d5e-f319-418f-9d72-2405da7ff1e3" providerId="ADAL" clId="{96C9A7F7-1D8E-4178-8841-69CDEE290B39}" dt="2025-11-18T03:00:23.131" v="2006"/>
          <ac:graphicFrameMkLst>
            <pc:docMk/>
            <pc:sldMk cId="270519196" sldId="257"/>
            <ac:graphicFrameMk id="4" creationId="{5F9213CE-D2F5-05FF-49A7-1AACB7F04CC7}"/>
          </ac:graphicFrameMkLst>
        </pc:graphicFrameChg>
      </pc:sldChg>
      <pc:sldChg chg="modSp new mod">
        <pc:chgData name="Lindsey, Daniel (lindsede)" userId="d0125d5e-f319-418f-9d72-2405da7ff1e3" providerId="ADAL" clId="{96C9A7F7-1D8E-4178-8841-69CDEE290B39}" dt="2025-11-18T03:26:52.502" v="2533" actId="20577"/>
        <pc:sldMkLst>
          <pc:docMk/>
          <pc:sldMk cId="806137526" sldId="258"/>
        </pc:sldMkLst>
        <pc:spChg chg="mod">
          <ac:chgData name="Lindsey, Daniel (lindsede)" userId="d0125d5e-f319-418f-9d72-2405da7ff1e3" providerId="ADAL" clId="{96C9A7F7-1D8E-4178-8841-69CDEE290B39}" dt="2025-11-16T21:57:03.675" v="332"/>
          <ac:spMkLst>
            <pc:docMk/>
            <pc:sldMk cId="806137526" sldId="258"/>
            <ac:spMk id="2" creationId="{FD71FCAE-8C3A-79BA-7DDF-774263B8E5C4}"/>
          </ac:spMkLst>
        </pc:spChg>
        <pc:spChg chg="mod">
          <ac:chgData name="Lindsey, Daniel (lindsede)" userId="d0125d5e-f319-418f-9d72-2405da7ff1e3" providerId="ADAL" clId="{96C9A7F7-1D8E-4178-8841-69CDEE290B39}" dt="2025-11-18T03:26:52.502" v="2533" actId="20577"/>
          <ac:spMkLst>
            <pc:docMk/>
            <pc:sldMk cId="806137526" sldId="258"/>
            <ac:spMk id="3" creationId="{3853A427-8E15-340D-3332-5038E341CE47}"/>
          </ac:spMkLst>
        </pc:spChg>
      </pc:sldChg>
      <pc:sldChg chg="modSp new mod">
        <pc:chgData name="Lindsey, Daniel (lindsede)" userId="d0125d5e-f319-418f-9d72-2405da7ff1e3" providerId="ADAL" clId="{96C9A7F7-1D8E-4178-8841-69CDEE290B39}" dt="2025-11-18T03:09:29.376" v="2032" actId="113"/>
        <pc:sldMkLst>
          <pc:docMk/>
          <pc:sldMk cId="2306939685" sldId="259"/>
        </pc:sldMkLst>
        <pc:spChg chg="mod">
          <ac:chgData name="Lindsey, Daniel (lindsede)" userId="d0125d5e-f319-418f-9d72-2405da7ff1e3" providerId="ADAL" clId="{96C9A7F7-1D8E-4178-8841-69CDEE290B39}" dt="2025-11-17T22:54:17.097" v="912" actId="20577"/>
          <ac:spMkLst>
            <pc:docMk/>
            <pc:sldMk cId="2306939685" sldId="259"/>
            <ac:spMk id="2" creationId="{556605A8-5EFE-FE16-5866-AFFCD6E57EA3}"/>
          </ac:spMkLst>
        </pc:spChg>
        <pc:spChg chg="mod">
          <ac:chgData name="Lindsey, Daniel (lindsede)" userId="d0125d5e-f319-418f-9d72-2405da7ff1e3" providerId="ADAL" clId="{96C9A7F7-1D8E-4178-8841-69CDEE290B39}" dt="2025-11-18T03:09:29.376" v="2032" actId="113"/>
          <ac:spMkLst>
            <pc:docMk/>
            <pc:sldMk cId="2306939685" sldId="259"/>
            <ac:spMk id="3" creationId="{2DAFC9C7-4408-4334-2422-E956AFFC66C4}"/>
          </ac:spMkLst>
        </pc:spChg>
      </pc:sldChg>
      <pc:sldChg chg="modSp new mod">
        <pc:chgData name="Lindsey, Daniel (lindsede)" userId="d0125d5e-f319-418f-9d72-2405da7ff1e3" providerId="ADAL" clId="{96C9A7F7-1D8E-4178-8841-69CDEE290B39}" dt="2025-11-18T03:51:16.795" v="3533" actId="20577"/>
        <pc:sldMkLst>
          <pc:docMk/>
          <pc:sldMk cId="1146603888" sldId="260"/>
        </pc:sldMkLst>
        <pc:spChg chg="mod">
          <ac:chgData name="Lindsey, Daniel (lindsede)" userId="d0125d5e-f319-418f-9d72-2405da7ff1e3" providerId="ADAL" clId="{96C9A7F7-1D8E-4178-8841-69CDEE290B39}" dt="2025-11-18T03:33:43.837" v="2680" actId="20577"/>
          <ac:spMkLst>
            <pc:docMk/>
            <pc:sldMk cId="1146603888" sldId="260"/>
            <ac:spMk id="2" creationId="{085C246F-ED34-A92A-F2D4-414BE09C72C6}"/>
          </ac:spMkLst>
        </pc:spChg>
        <pc:spChg chg="mod">
          <ac:chgData name="Lindsey, Daniel (lindsede)" userId="d0125d5e-f319-418f-9d72-2405da7ff1e3" providerId="ADAL" clId="{96C9A7F7-1D8E-4178-8841-69CDEE290B39}" dt="2025-11-18T03:51:16.795" v="3533" actId="20577"/>
          <ac:spMkLst>
            <pc:docMk/>
            <pc:sldMk cId="1146603888" sldId="260"/>
            <ac:spMk id="3" creationId="{BF4EB779-9E45-C813-B885-1C0FD09ABD18}"/>
          </ac:spMkLst>
        </pc:spChg>
      </pc:sldChg>
      <pc:sldChg chg="modSp new mod">
        <pc:chgData name="Lindsey, Daniel (lindsede)" userId="d0125d5e-f319-418f-9d72-2405da7ff1e3" providerId="ADAL" clId="{96C9A7F7-1D8E-4178-8841-69CDEE290B39}" dt="2025-11-18T04:20:25.208" v="4240" actId="20577"/>
        <pc:sldMkLst>
          <pc:docMk/>
          <pc:sldMk cId="1097648334" sldId="261"/>
        </pc:sldMkLst>
        <pc:spChg chg="mod">
          <ac:chgData name="Lindsey, Daniel (lindsede)" userId="d0125d5e-f319-418f-9d72-2405da7ff1e3" providerId="ADAL" clId="{96C9A7F7-1D8E-4178-8841-69CDEE290B39}" dt="2025-11-16T21:57:03.675" v="332"/>
          <ac:spMkLst>
            <pc:docMk/>
            <pc:sldMk cId="1097648334" sldId="261"/>
            <ac:spMk id="2" creationId="{566C2E87-B639-8338-605A-ED47044DD856}"/>
          </ac:spMkLst>
        </pc:spChg>
        <pc:spChg chg="mod">
          <ac:chgData name="Lindsey, Daniel (lindsede)" userId="d0125d5e-f319-418f-9d72-2405da7ff1e3" providerId="ADAL" clId="{96C9A7F7-1D8E-4178-8841-69CDEE290B39}" dt="2025-11-18T04:20:25.208" v="4240" actId="20577"/>
          <ac:spMkLst>
            <pc:docMk/>
            <pc:sldMk cId="1097648334" sldId="261"/>
            <ac:spMk id="3" creationId="{3BD97605-93FC-1BB4-A70B-4143EAD6F307}"/>
          </ac:spMkLst>
        </pc:spChg>
      </pc:sldChg>
      <pc:sldChg chg="modSp new mod">
        <pc:chgData name="Lindsey, Daniel (lindsede)" userId="d0125d5e-f319-418f-9d72-2405da7ff1e3" providerId="ADAL" clId="{96C9A7F7-1D8E-4178-8841-69CDEE290B39}" dt="2025-12-02T21:28:50.149" v="4499" actId="27636"/>
        <pc:sldMkLst>
          <pc:docMk/>
          <pc:sldMk cId="2050169614" sldId="262"/>
        </pc:sldMkLst>
        <pc:spChg chg="mod">
          <ac:chgData name="Lindsey, Daniel (lindsede)" userId="d0125d5e-f319-418f-9d72-2405da7ff1e3" providerId="ADAL" clId="{96C9A7F7-1D8E-4178-8841-69CDEE290B39}" dt="2025-11-16T21:57:03.675" v="332"/>
          <ac:spMkLst>
            <pc:docMk/>
            <pc:sldMk cId="2050169614" sldId="262"/>
            <ac:spMk id="2" creationId="{CA843440-F14B-D26B-5EF5-4073EAD87246}"/>
          </ac:spMkLst>
        </pc:spChg>
        <pc:spChg chg="mod">
          <ac:chgData name="Lindsey, Daniel (lindsede)" userId="d0125d5e-f319-418f-9d72-2405da7ff1e3" providerId="ADAL" clId="{96C9A7F7-1D8E-4178-8841-69CDEE290B39}" dt="2025-12-02T21:28:50.149" v="4499" actId="27636"/>
          <ac:spMkLst>
            <pc:docMk/>
            <pc:sldMk cId="2050169614" sldId="262"/>
            <ac:spMk id="3" creationId="{6AC44BBC-48EB-6451-3792-AA51EFBB5452}"/>
          </ac:spMkLst>
        </pc:spChg>
      </pc:sldChg>
      <pc:sldChg chg="modSp new mod">
        <pc:chgData name="Lindsey, Daniel (lindsede)" userId="d0125d5e-f319-418f-9d72-2405da7ff1e3" providerId="ADAL" clId="{96C9A7F7-1D8E-4178-8841-69CDEE290B39}" dt="2025-11-18T03:56:54.473" v="3604" actId="20577"/>
        <pc:sldMkLst>
          <pc:docMk/>
          <pc:sldMk cId="4095366239" sldId="263"/>
        </pc:sldMkLst>
        <pc:spChg chg="mod">
          <ac:chgData name="Lindsey, Daniel (lindsede)" userId="d0125d5e-f319-418f-9d72-2405da7ff1e3" providerId="ADAL" clId="{96C9A7F7-1D8E-4178-8841-69CDEE290B39}" dt="2025-11-18T03:56:54.473" v="3604" actId="20577"/>
          <ac:spMkLst>
            <pc:docMk/>
            <pc:sldMk cId="4095366239" sldId="263"/>
            <ac:spMk id="2" creationId="{8A644A8F-CB62-653F-1D43-6C83B647AA58}"/>
          </ac:spMkLst>
        </pc:spChg>
        <pc:spChg chg="mod">
          <ac:chgData name="Lindsey, Daniel (lindsede)" userId="d0125d5e-f319-418f-9d72-2405da7ff1e3" providerId="ADAL" clId="{96C9A7F7-1D8E-4178-8841-69CDEE290B39}" dt="2025-11-18T03:17:44.666" v="2261" actId="1076"/>
          <ac:spMkLst>
            <pc:docMk/>
            <pc:sldMk cId="4095366239" sldId="263"/>
            <ac:spMk id="13" creationId="{22239277-B0C8-34C9-271E-F4492FCBB132}"/>
          </ac:spMkLst>
        </pc:spChg>
        <pc:spChg chg="mod">
          <ac:chgData name="Lindsey, Daniel (lindsede)" userId="d0125d5e-f319-418f-9d72-2405da7ff1e3" providerId="ADAL" clId="{96C9A7F7-1D8E-4178-8841-69CDEE290B39}" dt="2025-11-18T03:19:56.572" v="2293" actId="1076"/>
          <ac:spMkLst>
            <pc:docMk/>
            <pc:sldMk cId="4095366239" sldId="263"/>
            <ac:spMk id="14" creationId="{23D89FAA-7BB2-1D28-30EC-8BFD0C465200}"/>
          </ac:spMkLst>
        </pc:spChg>
        <pc:spChg chg="mod">
          <ac:chgData name="Lindsey, Daniel (lindsede)" userId="d0125d5e-f319-418f-9d72-2405da7ff1e3" providerId="ADAL" clId="{96C9A7F7-1D8E-4178-8841-69CDEE290B39}" dt="2025-11-18T03:21:35.906" v="2310" actId="20577"/>
          <ac:spMkLst>
            <pc:docMk/>
            <pc:sldMk cId="4095366239" sldId="263"/>
            <ac:spMk id="17" creationId="{7CB64DAE-4F7E-4A62-251B-5FC07776D22A}"/>
          </ac:spMkLst>
        </pc:spChg>
        <pc:graphicFrameChg chg="mod modGraphic">
          <ac:chgData name="Lindsey, Daniel (lindsede)" userId="d0125d5e-f319-418f-9d72-2405da7ff1e3" providerId="ADAL" clId="{96C9A7F7-1D8E-4178-8841-69CDEE290B39}" dt="2025-11-18T03:19:56.572" v="2293" actId="1076"/>
          <ac:graphicFrameMkLst>
            <pc:docMk/>
            <pc:sldMk cId="4095366239" sldId="263"/>
            <ac:graphicFrameMk id="11" creationId="{089B39F2-91FA-86DF-82C3-9CE67F7B5E82}"/>
          </ac:graphicFrameMkLst>
        </pc:graphicFrameChg>
        <pc:graphicFrameChg chg="mod modGraphic">
          <ac:chgData name="Lindsey, Daniel (lindsede)" userId="d0125d5e-f319-418f-9d72-2405da7ff1e3" providerId="ADAL" clId="{96C9A7F7-1D8E-4178-8841-69CDEE290B39}" dt="2025-11-18T03:19:16.979" v="2290" actId="20577"/>
          <ac:graphicFrameMkLst>
            <pc:docMk/>
            <pc:sldMk cId="4095366239" sldId="263"/>
            <ac:graphicFrameMk id="16" creationId="{6B8BB7FD-C529-5786-4393-91EFBF133486}"/>
          </ac:graphicFrameMkLst>
        </pc:graphicFrameChg>
      </pc:sldChg>
      <pc:sldChg chg="addSp delSp modSp new mod">
        <pc:chgData name="Lindsey, Daniel (lindsede)" userId="d0125d5e-f319-418f-9d72-2405da7ff1e3" providerId="ADAL" clId="{96C9A7F7-1D8E-4178-8841-69CDEE290B39}" dt="2025-11-18T03:22:19.467" v="2321" actId="20577"/>
        <pc:sldMkLst>
          <pc:docMk/>
          <pc:sldMk cId="1552245073" sldId="264"/>
        </pc:sldMkLst>
        <pc:spChg chg="mod">
          <ac:chgData name="Lindsey, Daniel (lindsede)" userId="d0125d5e-f319-418f-9d72-2405da7ff1e3" providerId="ADAL" clId="{96C9A7F7-1D8E-4178-8841-69CDEE290B39}" dt="2025-11-16T21:57:03.675" v="332"/>
          <ac:spMkLst>
            <pc:docMk/>
            <pc:sldMk cId="1552245073" sldId="264"/>
            <ac:spMk id="2" creationId="{5DEBC1AF-28F9-0CE8-B51E-81CFB8F398C8}"/>
          </ac:spMkLst>
        </pc:spChg>
        <pc:spChg chg="add del mod">
          <ac:chgData name="Lindsey, Daniel (lindsede)" userId="d0125d5e-f319-418f-9d72-2405da7ff1e3" providerId="ADAL" clId="{96C9A7F7-1D8E-4178-8841-69CDEE290B39}" dt="2025-11-18T03:22:19.467" v="2321" actId="20577"/>
          <ac:spMkLst>
            <pc:docMk/>
            <pc:sldMk cId="1552245073" sldId="264"/>
            <ac:spMk id="3" creationId="{A919908C-3588-ED47-9382-5B4776EDAB7B}"/>
          </ac:spMkLst>
        </pc:spChg>
      </pc:sldChg>
      <pc:sldChg chg="addSp modSp new mod setBg setClrOvrMap">
        <pc:chgData name="Lindsey, Daniel (lindsede)" userId="d0125d5e-f319-418f-9d72-2405da7ff1e3" providerId="ADAL" clId="{96C9A7F7-1D8E-4178-8841-69CDEE290B39}" dt="2025-11-18T04:37:08.304" v="4496" actId="207"/>
        <pc:sldMkLst>
          <pc:docMk/>
          <pc:sldMk cId="1209724725" sldId="265"/>
        </pc:sldMkLst>
        <pc:spChg chg="mod">
          <ac:chgData name="Lindsey, Daniel (lindsede)" userId="d0125d5e-f319-418f-9d72-2405da7ff1e3" providerId="ADAL" clId="{96C9A7F7-1D8E-4178-8841-69CDEE290B39}" dt="2025-11-17T23:05:40.355" v="1093" actId="1076"/>
          <ac:spMkLst>
            <pc:docMk/>
            <pc:sldMk cId="1209724725" sldId="265"/>
            <ac:spMk id="2" creationId="{7136153D-F935-B7E1-C578-7DDA2B81CC5C}"/>
          </ac:spMkLst>
        </pc:spChg>
        <pc:spChg chg="mod">
          <ac:chgData name="Lindsey, Daniel (lindsede)" userId="d0125d5e-f319-418f-9d72-2405da7ff1e3" providerId="ADAL" clId="{96C9A7F7-1D8E-4178-8841-69CDEE290B39}" dt="2025-11-18T04:37:08.304" v="4496" actId="207"/>
          <ac:spMkLst>
            <pc:docMk/>
            <pc:sldMk cId="1209724725" sldId="265"/>
            <ac:spMk id="3" creationId="{243FD1A7-9B74-2FD8-2FD6-A945D9895955}"/>
          </ac:spMkLst>
        </pc:spChg>
        <pc:spChg chg="add">
          <ac:chgData name="Lindsey, Daniel (lindsede)" userId="d0125d5e-f319-418f-9d72-2405da7ff1e3" providerId="ADAL" clId="{96C9A7F7-1D8E-4178-8841-69CDEE290B39}" dt="2025-11-17T23:04:02.561" v="1081" actId="26606"/>
          <ac:spMkLst>
            <pc:docMk/>
            <pc:sldMk cId="1209724725" sldId="265"/>
            <ac:spMk id="20" creationId="{9179DE42-5613-4B35-A1E6-6CCBAA13C743}"/>
          </ac:spMkLst>
        </pc:spChg>
        <pc:spChg chg="add">
          <ac:chgData name="Lindsey, Daniel (lindsede)" userId="d0125d5e-f319-418f-9d72-2405da7ff1e3" providerId="ADAL" clId="{96C9A7F7-1D8E-4178-8841-69CDEE290B39}" dt="2025-11-17T23:04:02.561" v="1081" actId="26606"/>
          <ac:spMkLst>
            <pc:docMk/>
            <pc:sldMk cId="1209724725" sldId="265"/>
            <ac:spMk id="26" creationId="{52FB45E9-914E-4471-AC87-E475CD51767D}"/>
          </ac:spMkLst>
        </pc:spChg>
        <pc:spChg chg="add">
          <ac:chgData name="Lindsey, Daniel (lindsede)" userId="d0125d5e-f319-418f-9d72-2405da7ff1e3" providerId="ADAL" clId="{96C9A7F7-1D8E-4178-8841-69CDEE290B39}" dt="2025-11-17T23:04:02.561" v="1081" actId="26606"/>
          <ac:spMkLst>
            <pc:docMk/>
            <pc:sldMk cId="1209724725" sldId="265"/>
            <ac:spMk id="28" creationId="{C310626D-5743-49D4-8F7D-88C4F8F05774}"/>
          </ac:spMkLst>
        </pc:spChg>
        <pc:spChg chg="add">
          <ac:chgData name="Lindsey, Daniel (lindsede)" userId="d0125d5e-f319-418f-9d72-2405da7ff1e3" providerId="ADAL" clId="{96C9A7F7-1D8E-4178-8841-69CDEE290B39}" dt="2025-11-17T23:04:02.561" v="1081" actId="26606"/>
          <ac:spMkLst>
            <pc:docMk/>
            <pc:sldMk cId="1209724725" sldId="265"/>
            <ac:spMk id="30" creationId="{3C195FC1-B568-4C72-9902-34CB35DDD7A1}"/>
          </ac:spMkLst>
        </pc:spChg>
        <pc:spChg chg="add">
          <ac:chgData name="Lindsey, Daniel (lindsede)" userId="d0125d5e-f319-418f-9d72-2405da7ff1e3" providerId="ADAL" clId="{96C9A7F7-1D8E-4178-8841-69CDEE290B39}" dt="2025-11-17T23:04:02.561" v="1081" actId="26606"/>
          <ac:spMkLst>
            <pc:docMk/>
            <pc:sldMk cId="1209724725" sldId="265"/>
            <ac:spMk id="32" creationId="{EF2BDF77-362C-43F0-8CBB-A969EC2AE0C4}"/>
          </ac:spMkLst>
        </pc:spChg>
        <pc:spChg chg="add">
          <ac:chgData name="Lindsey, Daniel (lindsede)" userId="d0125d5e-f319-418f-9d72-2405da7ff1e3" providerId="ADAL" clId="{96C9A7F7-1D8E-4178-8841-69CDEE290B39}" dt="2025-11-17T23:04:02.561" v="1081" actId="26606"/>
          <ac:spMkLst>
            <pc:docMk/>
            <pc:sldMk cId="1209724725" sldId="265"/>
            <ac:spMk id="34" creationId="{4BE96B01-3929-432D-B8C2-ADBCB74C2EF4}"/>
          </ac:spMkLst>
        </pc:spChg>
        <pc:spChg chg="add">
          <ac:chgData name="Lindsey, Daniel (lindsede)" userId="d0125d5e-f319-418f-9d72-2405da7ff1e3" providerId="ADAL" clId="{96C9A7F7-1D8E-4178-8841-69CDEE290B39}" dt="2025-11-17T23:04:02.561" v="1081" actId="26606"/>
          <ac:spMkLst>
            <pc:docMk/>
            <pc:sldMk cId="1209724725" sldId="265"/>
            <ac:spMk id="36" creationId="{2A6FCDE6-CDE2-4C51-B18E-A95CFB679714}"/>
          </ac:spMkLst>
        </pc:spChg>
        <pc:spChg chg="add">
          <ac:chgData name="Lindsey, Daniel (lindsede)" userId="d0125d5e-f319-418f-9d72-2405da7ff1e3" providerId="ADAL" clId="{96C9A7F7-1D8E-4178-8841-69CDEE290B39}" dt="2025-11-17T23:04:02.561" v="1081" actId="26606"/>
          <ac:spMkLst>
            <pc:docMk/>
            <pc:sldMk cId="1209724725" sldId="265"/>
            <ac:spMk id="38" creationId="{9D2E8756-2465-473A-BA2A-2DB1D6224745}"/>
          </ac:spMkLst>
        </pc:spChg>
      </pc:sldChg>
      <pc:sldChg chg="addSp delSp modSp new mod setBg">
        <pc:chgData name="Lindsey, Daniel (lindsede)" userId="d0125d5e-f319-418f-9d72-2405da7ff1e3" providerId="ADAL" clId="{96C9A7F7-1D8E-4178-8841-69CDEE290B39}" dt="2025-11-18T03:00:02.330" v="2005" actId="20577"/>
        <pc:sldMkLst>
          <pc:docMk/>
          <pc:sldMk cId="1461186741" sldId="266"/>
        </pc:sldMkLst>
        <pc:spChg chg="mod">
          <ac:chgData name="Lindsey, Daniel (lindsede)" userId="d0125d5e-f319-418f-9d72-2405da7ff1e3" providerId="ADAL" clId="{96C9A7F7-1D8E-4178-8841-69CDEE290B39}" dt="2025-11-18T02:59:16.473" v="1990" actId="26606"/>
          <ac:spMkLst>
            <pc:docMk/>
            <pc:sldMk cId="1461186741" sldId="266"/>
            <ac:spMk id="2" creationId="{C72A1024-A678-B3B8-C2EB-5978B6B43B4A}"/>
          </ac:spMkLst>
        </pc:spChg>
        <pc:spChg chg="add">
          <ac:chgData name="Lindsey, Daniel (lindsede)" userId="d0125d5e-f319-418f-9d72-2405da7ff1e3" providerId="ADAL" clId="{96C9A7F7-1D8E-4178-8841-69CDEE290B39}" dt="2025-11-18T02:59:16.473" v="1990" actId="26606"/>
          <ac:spMkLst>
            <pc:docMk/>
            <pc:sldMk cId="1461186741" sldId="266"/>
            <ac:spMk id="9" creationId="{CB5AA8A5-25CC-4295-892F-367FCDAF2BF6}"/>
          </ac:spMkLst>
        </pc:spChg>
        <pc:spChg chg="add">
          <ac:chgData name="Lindsey, Daniel (lindsede)" userId="d0125d5e-f319-418f-9d72-2405da7ff1e3" providerId="ADAL" clId="{96C9A7F7-1D8E-4178-8841-69CDEE290B39}" dt="2025-11-18T02:59:16.473" v="1990" actId="26606"/>
          <ac:spMkLst>
            <pc:docMk/>
            <pc:sldMk cId="1461186741" sldId="266"/>
            <ac:spMk id="22" creationId="{24C6BC13-FB1E-48CC-B421-3D06039728B4}"/>
          </ac:spMkLst>
        </pc:spChg>
        <pc:grpChg chg="add">
          <ac:chgData name="Lindsey, Daniel (lindsede)" userId="d0125d5e-f319-418f-9d72-2405da7ff1e3" providerId="ADAL" clId="{96C9A7F7-1D8E-4178-8841-69CDEE290B39}" dt="2025-11-18T02:59:16.473" v="1990" actId="26606"/>
          <ac:grpSpMkLst>
            <pc:docMk/>
            <pc:sldMk cId="1461186741" sldId="266"/>
            <ac:grpSpMk id="11" creationId="{09DD65AA-8280-4962-92F3-DF1CB53349DB}"/>
          </ac:grpSpMkLst>
        </pc:grpChg>
        <pc:graphicFrameChg chg="add mod modGraphic">
          <ac:chgData name="Lindsey, Daniel (lindsede)" userId="d0125d5e-f319-418f-9d72-2405da7ff1e3" providerId="ADAL" clId="{96C9A7F7-1D8E-4178-8841-69CDEE290B39}" dt="2025-11-18T03:00:02.330" v="2005" actId="20577"/>
          <ac:graphicFrameMkLst>
            <pc:docMk/>
            <pc:sldMk cId="1461186741" sldId="266"/>
            <ac:graphicFrameMk id="5" creationId="{AE33EEA2-14A1-69E6-412C-535E6D3C9CBA}"/>
          </ac:graphicFrameMkLst>
        </pc:graphicFrameChg>
      </pc:sldChg>
      <pc:sldChg chg="modSp mod">
        <pc:chgData name="Lindsey, Daniel (lindsede)" userId="d0125d5e-f319-418f-9d72-2405da7ff1e3" providerId="ADAL" clId="{96C9A7F7-1D8E-4178-8841-69CDEE290B39}" dt="2025-11-18T03:48:20.228" v="3418" actId="255"/>
        <pc:sldMkLst>
          <pc:docMk/>
          <pc:sldMk cId="887904061" sldId="269"/>
        </pc:sldMkLst>
        <pc:spChg chg="mod">
          <ac:chgData name="Lindsey, Daniel (lindsede)" userId="d0125d5e-f319-418f-9d72-2405da7ff1e3" providerId="ADAL" clId="{96C9A7F7-1D8E-4178-8841-69CDEE290B39}" dt="2025-11-18T03:39:07.449" v="3030" actId="20577"/>
          <ac:spMkLst>
            <pc:docMk/>
            <pc:sldMk cId="887904061" sldId="269"/>
            <ac:spMk id="2" creationId="{589140AF-CE6A-E69B-D099-86F001018605}"/>
          </ac:spMkLst>
        </pc:spChg>
        <pc:spChg chg="mod">
          <ac:chgData name="Lindsey, Daniel (lindsede)" userId="d0125d5e-f319-418f-9d72-2405da7ff1e3" providerId="ADAL" clId="{96C9A7F7-1D8E-4178-8841-69CDEE290B39}" dt="2025-11-18T03:48:20.228" v="3418" actId="255"/>
          <ac:spMkLst>
            <pc:docMk/>
            <pc:sldMk cId="887904061" sldId="269"/>
            <ac:spMk id="3" creationId="{874BB2DC-09CA-A767-D8E6-E14E8B517306}"/>
          </ac:spMkLst>
        </pc:spChg>
      </pc:sldChg>
      <pc:sldChg chg="addSp delSp modSp mod">
        <pc:chgData name="Lindsey, Daniel (lindsede)" userId="d0125d5e-f319-418f-9d72-2405da7ff1e3" providerId="ADAL" clId="{96C9A7F7-1D8E-4178-8841-69CDEE290B39}" dt="2025-11-18T03:57:00.262" v="3615" actId="20577"/>
        <pc:sldMkLst>
          <pc:docMk/>
          <pc:sldMk cId="2430600300" sldId="270"/>
        </pc:sldMkLst>
        <pc:spChg chg="mod">
          <ac:chgData name="Lindsey, Daniel (lindsede)" userId="d0125d5e-f319-418f-9d72-2405da7ff1e3" providerId="ADAL" clId="{96C9A7F7-1D8E-4178-8841-69CDEE290B39}" dt="2025-11-18T03:57:00.262" v="3615" actId="20577"/>
          <ac:spMkLst>
            <pc:docMk/>
            <pc:sldMk cId="2430600300" sldId="270"/>
            <ac:spMk id="2" creationId="{1EB4076F-99E7-CF26-5669-6789728B6E9C}"/>
          </ac:spMkLst>
        </pc:spChg>
        <pc:spChg chg="mod">
          <ac:chgData name="Lindsey, Daniel (lindsede)" userId="d0125d5e-f319-418f-9d72-2405da7ff1e3" providerId="ADAL" clId="{96C9A7F7-1D8E-4178-8841-69CDEE290B39}" dt="2025-11-18T03:25:26.816" v="2507" actId="1076"/>
          <ac:spMkLst>
            <pc:docMk/>
            <pc:sldMk cId="2430600300" sldId="270"/>
            <ac:spMk id="12" creationId="{875FA520-BFE8-D0E3-61B4-E9B18A2AA9E3}"/>
          </ac:spMkLst>
        </pc:spChg>
        <pc:spChg chg="add del mod">
          <ac:chgData name="Lindsey, Daniel (lindsede)" userId="d0125d5e-f319-418f-9d72-2405da7ff1e3" providerId="ADAL" clId="{96C9A7F7-1D8E-4178-8841-69CDEE290B39}" dt="2025-11-18T03:25:26.816" v="2507" actId="1076"/>
          <ac:spMkLst>
            <pc:docMk/>
            <pc:sldMk cId="2430600300" sldId="270"/>
            <ac:spMk id="13" creationId="{A74A188D-DF15-BE89-F88D-AA9C4EE82514}"/>
          </ac:spMkLst>
        </pc:spChg>
        <pc:spChg chg="mod">
          <ac:chgData name="Lindsey, Daniel (lindsede)" userId="d0125d5e-f319-418f-9d72-2405da7ff1e3" providerId="ADAL" clId="{96C9A7F7-1D8E-4178-8841-69CDEE290B39}" dt="2025-11-18T03:25:26.816" v="2507" actId="1076"/>
          <ac:spMkLst>
            <pc:docMk/>
            <pc:sldMk cId="2430600300" sldId="270"/>
            <ac:spMk id="14" creationId="{C9B3AC45-DF3F-0AA9-9008-5B5C78681564}"/>
          </ac:spMkLst>
        </pc:spChg>
        <pc:graphicFrameChg chg="mod modGraphic">
          <ac:chgData name="Lindsey, Daniel (lindsede)" userId="d0125d5e-f319-418f-9d72-2405da7ff1e3" providerId="ADAL" clId="{96C9A7F7-1D8E-4178-8841-69CDEE290B39}" dt="2025-11-18T03:25:26.816" v="2507" actId="1076"/>
          <ac:graphicFrameMkLst>
            <pc:docMk/>
            <pc:sldMk cId="2430600300" sldId="270"/>
            <ac:graphicFrameMk id="4" creationId="{AED701B8-5E5E-71BB-FFA6-7FC2183E5C30}"/>
          </ac:graphicFrameMkLst>
        </pc:graphicFrameChg>
        <pc:graphicFrameChg chg="mod modGraphic">
          <ac:chgData name="Lindsey, Daniel (lindsede)" userId="d0125d5e-f319-418f-9d72-2405da7ff1e3" providerId="ADAL" clId="{96C9A7F7-1D8E-4178-8841-69CDEE290B39}" dt="2025-11-18T03:25:26.816" v="2507" actId="1076"/>
          <ac:graphicFrameMkLst>
            <pc:docMk/>
            <pc:sldMk cId="2430600300" sldId="270"/>
            <ac:graphicFrameMk id="9" creationId="{98A60CB1-D893-D9B1-203B-6A3A74D9F801}"/>
          </ac:graphicFrameMkLst>
        </pc:graphicFrameChg>
      </pc:sldChg>
      <pc:sldChg chg="modSp add mod">
        <pc:chgData name="Lindsey, Daniel (lindsede)" userId="d0125d5e-f319-418f-9d72-2405da7ff1e3" providerId="ADAL" clId="{96C9A7F7-1D8E-4178-8841-69CDEE290B39}" dt="2025-11-18T03:51:34.516" v="3534" actId="13926"/>
        <pc:sldMkLst>
          <pc:docMk/>
          <pc:sldMk cId="3751342382" sldId="272"/>
        </pc:sldMkLst>
        <pc:spChg chg="mod">
          <ac:chgData name="Lindsey, Daniel (lindsede)" userId="d0125d5e-f319-418f-9d72-2405da7ff1e3" providerId="ADAL" clId="{96C9A7F7-1D8E-4178-8841-69CDEE290B39}" dt="2025-11-18T03:51:34.516" v="3534" actId="13926"/>
          <ac:spMkLst>
            <pc:docMk/>
            <pc:sldMk cId="3751342382" sldId="272"/>
            <ac:spMk id="3" creationId="{93555901-6181-3C4C-00E7-A4635A6AD310}"/>
          </ac:spMkLst>
        </pc:spChg>
      </pc:sldChg>
      <pc:sldChg chg="modSp add mod ord">
        <pc:chgData name="Lindsey, Daniel (lindsede)" userId="d0125d5e-f319-418f-9d72-2405da7ff1e3" providerId="ADAL" clId="{96C9A7F7-1D8E-4178-8841-69CDEE290B39}" dt="2025-11-18T03:54:26.099" v="3583" actId="20577"/>
        <pc:sldMkLst>
          <pc:docMk/>
          <pc:sldMk cId="2222465794" sldId="273"/>
        </pc:sldMkLst>
        <pc:spChg chg="mod">
          <ac:chgData name="Lindsey, Daniel (lindsede)" userId="d0125d5e-f319-418f-9d72-2405da7ff1e3" providerId="ADAL" clId="{96C9A7F7-1D8E-4178-8841-69CDEE290B39}" dt="2025-11-18T03:54:26.099" v="3583" actId="20577"/>
          <ac:spMkLst>
            <pc:docMk/>
            <pc:sldMk cId="2222465794" sldId="273"/>
            <ac:spMk id="3" creationId="{D4502DE9-E4CA-E1FB-90A7-FB0F98C755C2}"/>
          </ac:spMkLst>
        </pc:spChg>
      </pc:sldChg>
      <pc:sldChg chg="modSp add mod">
        <pc:chgData name="Lindsey, Daniel (lindsede)" userId="d0125d5e-f319-418f-9d72-2405da7ff1e3" providerId="ADAL" clId="{96C9A7F7-1D8E-4178-8841-69CDEE290B39}" dt="2025-11-18T03:53:12.043" v="3581" actId="1076"/>
        <pc:sldMkLst>
          <pc:docMk/>
          <pc:sldMk cId="921519889" sldId="274"/>
        </pc:sldMkLst>
        <pc:spChg chg="mod">
          <ac:chgData name="Lindsey, Daniel (lindsede)" userId="d0125d5e-f319-418f-9d72-2405da7ff1e3" providerId="ADAL" clId="{96C9A7F7-1D8E-4178-8841-69CDEE290B39}" dt="2025-11-18T03:53:12.043" v="3581" actId="1076"/>
          <ac:spMkLst>
            <pc:docMk/>
            <pc:sldMk cId="921519889" sldId="274"/>
            <ac:spMk id="3" creationId="{F9FCCCA2-575B-AFB4-A8B0-3C2708E70B87}"/>
          </ac:spMkLst>
        </pc:spChg>
      </pc:sldChg>
      <pc:sldChg chg="modSp new mod">
        <pc:chgData name="Lindsey, Daniel (lindsede)" userId="d0125d5e-f319-418f-9d72-2405da7ff1e3" providerId="ADAL" clId="{96C9A7F7-1D8E-4178-8841-69CDEE290B39}" dt="2025-11-18T04:35:34.926" v="4489" actId="1076"/>
        <pc:sldMkLst>
          <pc:docMk/>
          <pc:sldMk cId="2478992256" sldId="275"/>
        </pc:sldMkLst>
        <pc:spChg chg="mod">
          <ac:chgData name="Lindsey, Daniel (lindsede)" userId="d0125d5e-f319-418f-9d72-2405da7ff1e3" providerId="ADAL" clId="{96C9A7F7-1D8E-4178-8841-69CDEE290B39}" dt="2025-11-18T03:57:05.269" v="3618" actId="20577"/>
          <ac:spMkLst>
            <pc:docMk/>
            <pc:sldMk cId="2478992256" sldId="275"/>
            <ac:spMk id="2" creationId="{E1FA1178-3B92-570E-E5DC-E88B32B2D2EB}"/>
          </ac:spMkLst>
        </pc:spChg>
        <pc:spChg chg="mod">
          <ac:chgData name="Lindsey, Daniel (lindsede)" userId="d0125d5e-f319-418f-9d72-2405da7ff1e3" providerId="ADAL" clId="{96C9A7F7-1D8E-4178-8841-69CDEE290B39}" dt="2025-11-18T04:35:34.926" v="4489" actId="1076"/>
          <ac:spMkLst>
            <pc:docMk/>
            <pc:sldMk cId="2478992256" sldId="275"/>
            <ac:spMk id="3" creationId="{7EFEBF91-BDAE-6E84-B00B-AE7A9455E811}"/>
          </ac:spMkLst>
        </pc:spChg>
      </pc:sldChg>
      <pc:sldChg chg="modSp new mod ord">
        <pc:chgData name="Lindsey, Daniel (lindsede)" userId="d0125d5e-f319-418f-9d72-2405da7ff1e3" providerId="ADAL" clId="{96C9A7F7-1D8E-4178-8841-69CDEE290B39}" dt="2025-11-18T04:35:31.679" v="4488" actId="1076"/>
        <pc:sldMkLst>
          <pc:docMk/>
          <pc:sldMk cId="22982725" sldId="277"/>
        </pc:sldMkLst>
        <pc:spChg chg="mod">
          <ac:chgData name="Lindsey, Daniel (lindsede)" userId="d0125d5e-f319-418f-9d72-2405da7ff1e3" providerId="ADAL" clId="{96C9A7F7-1D8E-4178-8841-69CDEE290B39}" dt="2025-11-18T03:57:09.824" v="3620"/>
          <ac:spMkLst>
            <pc:docMk/>
            <pc:sldMk cId="22982725" sldId="277"/>
            <ac:spMk id="2" creationId="{41E12065-613A-F73A-69E3-7F5E1C9DBE10}"/>
          </ac:spMkLst>
        </pc:spChg>
        <pc:spChg chg="mod">
          <ac:chgData name="Lindsey, Daniel (lindsede)" userId="d0125d5e-f319-418f-9d72-2405da7ff1e3" providerId="ADAL" clId="{96C9A7F7-1D8E-4178-8841-69CDEE290B39}" dt="2025-11-18T04:35:31.679" v="4488" actId="1076"/>
          <ac:spMkLst>
            <pc:docMk/>
            <pc:sldMk cId="22982725" sldId="277"/>
            <ac:spMk id="3" creationId="{E32C2E16-AFF2-0AD1-3066-573386B6D727}"/>
          </ac:spMkLst>
        </pc:spChg>
      </pc:sldChg>
      <pc:sldChg chg="modSp new mod">
        <pc:chgData name="Lindsey, Daniel (lindsede)" userId="d0125d5e-f319-418f-9d72-2405da7ff1e3" providerId="ADAL" clId="{96C9A7F7-1D8E-4178-8841-69CDEE290B39}" dt="2025-11-18T04:35:38.163" v="4490" actId="1076"/>
        <pc:sldMkLst>
          <pc:docMk/>
          <pc:sldMk cId="541177359" sldId="278"/>
        </pc:sldMkLst>
        <pc:spChg chg="mod">
          <ac:chgData name="Lindsey, Daniel (lindsede)" userId="d0125d5e-f319-418f-9d72-2405da7ff1e3" providerId="ADAL" clId="{96C9A7F7-1D8E-4178-8841-69CDEE290B39}" dt="2025-11-18T03:57:11.833" v="3621"/>
          <ac:spMkLst>
            <pc:docMk/>
            <pc:sldMk cId="541177359" sldId="278"/>
            <ac:spMk id="2" creationId="{242702FD-591C-6660-0ED3-A77394EB2945}"/>
          </ac:spMkLst>
        </pc:spChg>
        <pc:spChg chg="mod">
          <ac:chgData name="Lindsey, Daniel (lindsede)" userId="d0125d5e-f319-418f-9d72-2405da7ff1e3" providerId="ADAL" clId="{96C9A7F7-1D8E-4178-8841-69CDEE290B39}" dt="2025-11-18T04:35:38.163" v="4490" actId="1076"/>
          <ac:spMkLst>
            <pc:docMk/>
            <pc:sldMk cId="541177359" sldId="278"/>
            <ac:spMk id="3" creationId="{5C4184C5-A119-90FC-6386-CE14D51D3B40}"/>
          </ac:spMkLst>
        </pc:spChg>
      </pc:sldChg>
      <pc:sldChg chg="modSp new mod">
        <pc:chgData name="Lindsey, Daniel (lindsede)" userId="d0125d5e-f319-418f-9d72-2405da7ff1e3" providerId="ADAL" clId="{96C9A7F7-1D8E-4178-8841-69CDEE290B39}" dt="2025-11-18T04:35:41.465" v="4491" actId="1076"/>
        <pc:sldMkLst>
          <pc:docMk/>
          <pc:sldMk cId="797883842" sldId="279"/>
        </pc:sldMkLst>
        <pc:spChg chg="mod">
          <ac:chgData name="Lindsey, Daniel (lindsede)" userId="d0125d5e-f319-418f-9d72-2405da7ff1e3" providerId="ADAL" clId="{96C9A7F7-1D8E-4178-8841-69CDEE290B39}" dt="2025-11-18T03:57:13.915" v="3622"/>
          <ac:spMkLst>
            <pc:docMk/>
            <pc:sldMk cId="797883842" sldId="279"/>
            <ac:spMk id="2" creationId="{112A7F7D-8055-81A0-8B89-D301D822B149}"/>
          </ac:spMkLst>
        </pc:spChg>
        <pc:spChg chg="mod">
          <ac:chgData name="Lindsey, Daniel (lindsede)" userId="d0125d5e-f319-418f-9d72-2405da7ff1e3" providerId="ADAL" clId="{96C9A7F7-1D8E-4178-8841-69CDEE290B39}" dt="2025-11-18T04:35:41.465" v="4491" actId="1076"/>
          <ac:spMkLst>
            <pc:docMk/>
            <pc:sldMk cId="797883842" sldId="279"/>
            <ac:spMk id="3" creationId="{4EB12C0B-402B-E755-2DB7-A7F7BC964405}"/>
          </ac:spMkLst>
        </pc:spChg>
      </pc:sldChg>
    </pc:docChg>
  </pc:docChgLst>
  <pc:docChgLst>
    <pc:chgData name="Nguyen, Long (nguye2l6)" userId="S::nguye2l6@mail.uc.edu::cc7dbc53-f154-494b-a9e0-e9f2c1c70e35" providerId="AD" clId="Web-{BE5D5D5D-F5DC-23E5-51F6-81682E479DCA}"/>
    <pc:docChg chg="addSld delSld modSld">
      <pc:chgData name="Nguyen, Long (nguye2l6)" userId="S::nguye2l6@mail.uc.edu::cc7dbc53-f154-494b-a9e0-e9f2c1c70e35" providerId="AD" clId="Web-{BE5D5D5D-F5DC-23E5-51F6-81682E479DCA}" dt="2025-11-18T04:18:49.183" v="1428" actId="20577"/>
      <pc:docMkLst>
        <pc:docMk/>
      </pc:docMkLst>
      <pc:sldChg chg="addSp delSp modSp">
        <pc:chgData name="Nguyen, Long (nguye2l6)" userId="S::nguye2l6@mail.uc.edu::cc7dbc53-f154-494b-a9e0-e9f2c1c70e35" providerId="AD" clId="Web-{BE5D5D5D-F5DC-23E5-51F6-81682E479DCA}" dt="2025-11-18T03:08:46.190" v="569" actId="14100"/>
        <pc:sldMkLst>
          <pc:docMk/>
          <pc:sldMk cId="4095366239" sldId="263"/>
        </pc:sldMkLst>
        <pc:spChg chg="add del">
          <ac:chgData name="Nguyen, Long (nguye2l6)" userId="S::nguye2l6@mail.uc.edu::cc7dbc53-f154-494b-a9e0-e9f2c1c70e35" providerId="AD" clId="Web-{BE5D5D5D-F5DC-23E5-51F6-81682E479DCA}" dt="2025-11-18T02:32:30.495" v="6"/>
          <ac:spMkLst>
            <pc:docMk/>
            <pc:sldMk cId="4095366239" sldId="263"/>
            <ac:spMk id="3" creationId="{4BD568D0-65C6-1DE6-791D-35E97CF17D1D}"/>
          </ac:spMkLst>
        </pc:spChg>
        <pc:spChg chg="add del mod">
          <ac:chgData name="Nguyen, Long (nguye2l6)" userId="S::nguye2l6@mail.uc.edu::cc7dbc53-f154-494b-a9e0-e9f2c1c70e35" providerId="AD" clId="Web-{BE5D5D5D-F5DC-23E5-51F6-81682E479DCA}" dt="2025-11-18T02:33:57.214" v="15"/>
          <ac:spMkLst>
            <pc:docMk/>
            <pc:sldMk cId="4095366239" sldId="263"/>
            <ac:spMk id="9" creationId="{FAFE6FAE-4727-D64B-2FC0-D0D64275C6A1}"/>
          </ac:spMkLst>
        </pc:spChg>
        <pc:spChg chg="add mod">
          <ac:chgData name="Nguyen, Long (nguye2l6)" userId="S::nguye2l6@mail.uc.edu::cc7dbc53-f154-494b-a9e0-e9f2c1c70e35" providerId="AD" clId="Web-{BE5D5D5D-F5DC-23E5-51F6-81682E479DCA}" dt="2025-11-18T03:06:46.533" v="452" actId="1076"/>
          <ac:spMkLst>
            <pc:docMk/>
            <pc:sldMk cId="4095366239" sldId="263"/>
            <ac:spMk id="13" creationId="{22239277-B0C8-34C9-271E-F4492FCBB132}"/>
          </ac:spMkLst>
        </pc:spChg>
        <pc:spChg chg="add mod">
          <ac:chgData name="Nguyen, Long (nguye2l6)" userId="S::nguye2l6@mail.uc.edu::cc7dbc53-f154-494b-a9e0-e9f2c1c70e35" providerId="AD" clId="Web-{BE5D5D5D-F5DC-23E5-51F6-81682E479DCA}" dt="2025-11-18T03:04:09.830" v="328" actId="1076"/>
          <ac:spMkLst>
            <pc:docMk/>
            <pc:sldMk cId="4095366239" sldId="263"/>
            <ac:spMk id="14" creationId="{23D89FAA-7BB2-1D28-30EC-8BFD0C465200}"/>
          </ac:spMkLst>
        </pc:spChg>
        <pc:spChg chg="add mod">
          <ac:chgData name="Nguyen, Long (nguye2l6)" userId="S::nguye2l6@mail.uc.edu::cc7dbc53-f154-494b-a9e0-e9f2c1c70e35" providerId="AD" clId="Web-{BE5D5D5D-F5DC-23E5-51F6-81682E479DCA}" dt="2025-11-18T03:08:46.190" v="569" actId="14100"/>
          <ac:spMkLst>
            <pc:docMk/>
            <pc:sldMk cId="4095366239" sldId="263"/>
            <ac:spMk id="17" creationId="{7CB64DAE-4F7E-4A62-251B-5FC07776D22A}"/>
          </ac:spMkLst>
        </pc:spChg>
        <pc:graphicFrameChg chg="add del mod modGraphic">
          <ac:chgData name="Nguyen, Long (nguye2l6)" userId="S::nguye2l6@mail.uc.edu::cc7dbc53-f154-494b-a9e0-e9f2c1c70e35" providerId="AD" clId="Web-{BE5D5D5D-F5DC-23E5-51F6-81682E479DCA}" dt="2025-11-18T02:38:05.995" v="184"/>
          <ac:graphicFrameMkLst>
            <pc:docMk/>
            <pc:sldMk cId="4095366239" sldId="263"/>
            <ac:graphicFrameMk id="7" creationId="{E7028C97-36A8-EBC8-0562-ED646AD64F28}"/>
          </ac:graphicFrameMkLst>
        </pc:graphicFrameChg>
        <pc:graphicFrameChg chg="add mod ord modGraphic">
          <ac:chgData name="Nguyen, Long (nguye2l6)" userId="S::nguye2l6@mail.uc.edu::cc7dbc53-f154-494b-a9e0-e9f2c1c70e35" providerId="AD" clId="Web-{BE5D5D5D-F5DC-23E5-51F6-81682E479DCA}" dt="2025-11-18T03:04:09.768" v="326" actId="1076"/>
          <ac:graphicFrameMkLst>
            <pc:docMk/>
            <pc:sldMk cId="4095366239" sldId="263"/>
            <ac:graphicFrameMk id="11" creationId="{089B39F2-91FA-86DF-82C3-9CE67F7B5E82}"/>
          </ac:graphicFrameMkLst>
        </pc:graphicFrameChg>
        <pc:graphicFrameChg chg="add mod modGraphic">
          <ac:chgData name="Nguyen, Long (nguye2l6)" userId="S::nguye2l6@mail.uc.edu::cc7dbc53-f154-494b-a9e0-e9f2c1c70e35" providerId="AD" clId="Web-{BE5D5D5D-F5DC-23E5-51F6-81682E479DCA}" dt="2025-11-18T03:06:46.580" v="453" actId="1076"/>
          <ac:graphicFrameMkLst>
            <pc:docMk/>
            <pc:sldMk cId="4095366239" sldId="263"/>
            <ac:graphicFrameMk id="16" creationId="{6B8BB7FD-C529-5786-4393-91EFBF133486}"/>
          </ac:graphicFrameMkLst>
        </pc:graphicFrameChg>
        <pc:picChg chg="add del mod ord">
          <ac:chgData name="Nguyen, Long (nguye2l6)" userId="S::nguye2l6@mail.uc.edu::cc7dbc53-f154-494b-a9e0-e9f2c1c70e35" providerId="AD" clId="Web-{BE5D5D5D-F5DC-23E5-51F6-81682E479DCA}" dt="2025-11-18T02:32:09.604" v="5"/>
          <ac:picMkLst>
            <pc:docMk/>
            <pc:sldMk cId="4095366239" sldId="263"/>
            <ac:picMk id="4" creationId="{DA55E836-A43B-0980-28FB-7CB5AA55EEAF}"/>
          </ac:picMkLst>
        </pc:picChg>
        <pc:picChg chg="add del mod ord">
          <ac:chgData name="Nguyen, Long (nguye2l6)" userId="S::nguye2l6@mail.uc.edu::cc7dbc53-f154-494b-a9e0-e9f2c1c70e35" providerId="AD" clId="Web-{BE5D5D5D-F5DC-23E5-51F6-81682E479DCA}" dt="2025-11-18T02:33:34.354" v="11"/>
          <ac:picMkLst>
            <pc:docMk/>
            <pc:sldMk cId="4095366239" sldId="263"/>
            <ac:picMk id="5" creationId="{C946BC12-922C-EFEE-97A4-827B84C8C514}"/>
          </ac:picMkLst>
        </pc:picChg>
      </pc:sldChg>
      <pc:sldChg chg="addSp delSp modSp add replId">
        <pc:chgData name="Nguyen, Long (nguye2l6)" userId="S::nguye2l6@mail.uc.edu::cc7dbc53-f154-494b-a9e0-e9f2c1c70e35" providerId="AD" clId="Web-{BE5D5D5D-F5DC-23E5-51F6-81682E479DCA}" dt="2025-11-18T03:13:29.533" v="970" actId="1076"/>
        <pc:sldMkLst>
          <pc:docMk/>
          <pc:sldMk cId="2430600300" sldId="270"/>
        </pc:sldMkLst>
        <pc:spChg chg="add del mod">
          <ac:chgData name="Nguyen, Long (nguye2l6)" userId="S::nguye2l6@mail.uc.edu::cc7dbc53-f154-494b-a9e0-e9f2c1c70e35" providerId="AD" clId="Web-{BE5D5D5D-F5DC-23E5-51F6-81682E479DCA}" dt="2025-11-18T02:35:29.807" v="48"/>
          <ac:spMkLst>
            <pc:docMk/>
            <pc:sldMk cId="2430600300" sldId="270"/>
            <ac:spMk id="6" creationId="{0C62EDFC-308A-DB89-656E-A74119A2CD12}"/>
          </ac:spMkLst>
        </pc:spChg>
        <pc:spChg chg="add del mod">
          <ac:chgData name="Nguyen, Long (nguye2l6)" userId="S::nguye2l6@mail.uc.edu::cc7dbc53-f154-494b-a9e0-e9f2c1c70e35" providerId="AD" clId="Web-{BE5D5D5D-F5DC-23E5-51F6-81682E479DCA}" dt="2025-11-18T02:36:22.526" v="55"/>
          <ac:spMkLst>
            <pc:docMk/>
            <pc:sldMk cId="2430600300" sldId="270"/>
            <ac:spMk id="10" creationId="{B152C115-19F8-51C9-3DB2-223441CFB256}"/>
          </ac:spMkLst>
        </pc:spChg>
        <pc:spChg chg="add mod">
          <ac:chgData name="Nguyen, Long (nguye2l6)" userId="S::nguye2l6@mail.uc.edu::cc7dbc53-f154-494b-a9e0-e9f2c1c70e35" providerId="AD" clId="Web-{BE5D5D5D-F5DC-23E5-51F6-81682E479DCA}" dt="2025-11-18T03:09:28.783" v="583" actId="1076"/>
          <ac:spMkLst>
            <pc:docMk/>
            <pc:sldMk cId="2430600300" sldId="270"/>
            <ac:spMk id="12" creationId="{875FA520-BFE8-D0E3-61B4-E9B18A2AA9E3}"/>
          </ac:spMkLst>
        </pc:spChg>
        <pc:spChg chg="add mod">
          <ac:chgData name="Nguyen, Long (nguye2l6)" userId="S::nguye2l6@mail.uc.edu::cc7dbc53-f154-494b-a9e0-e9f2c1c70e35" providerId="AD" clId="Web-{BE5D5D5D-F5DC-23E5-51F6-81682E479DCA}" dt="2025-11-18T03:09:28.830" v="584" actId="1076"/>
          <ac:spMkLst>
            <pc:docMk/>
            <pc:sldMk cId="2430600300" sldId="270"/>
            <ac:spMk id="13" creationId="{A74A188D-DF15-BE89-F88D-AA9C4EE82514}"/>
          </ac:spMkLst>
        </pc:spChg>
        <pc:spChg chg="add mod">
          <ac:chgData name="Nguyen, Long (nguye2l6)" userId="S::nguye2l6@mail.uc.edu::cc7dbc53-f154-494b-a9e0-e9f2c1c70e35" providerId="AD" clId="Web-{BE5D5D5D-F5DC-23E5-51F6-81682E479DCA}" dt="2025-11-18T03:13:29.533" v="970" actId="1076"/>
          <ac:spMkLst>
            <pc:docMk/>
            <pc:sldMk cId="2430600300" sldId="270"/>
            <ac:spMk id="14" creationId="{C9B3AC45-DF3F-0AA9-9008-5B5C78681564}"/>
          </ac:spMkLst>
        </pc:spChg>
        <pc:graphicFrameChg chg="add mod modGraphic">
          <ac:chgData name="Nguyen, Long (nguye2l6)" userId="S::nguye2l6@mail.uc.edu::cc7dbc53-f154-494b-a9e0-e9f2c1c70e35" providerId="AD" clId="Web-{BE5D5D5D-F5DC-23E5-51F6-81682E479DCA}" dt="2025-11-18T03:09:28.721" v="581" actId="1076"/>
          <ac:graphicFrameMkLst>
            <pc:docMk/>
            <pc:sldMk cId="2430600300" sldId="270"/>
            <ac:graphicFrameMk id="4" creationId="{AED701B8-5E5E-71BB-FFA6-7FC2183E5C30}"/>
          </ac:graphicFrameMkLst>
        </pc:graphicFrameChg>
        <pc:graphicFrameChg chg="del">
          <ac:chgData name="Nguyen, Long (nguye2l6)" userId="S::nguye2l6@mail.uc.edu::cc7dbc53-f154-494b-a9e0-e9f2c1c70e35" providerId="AD" clId="Web-{BE5D5D5D-F5DC-23E5-51F6-81682E479DCA}" dt="2025-11-18T02:35:02.776" v="39"/>
          <ac:graphicFrameMkLst>
            <pc:docMk/>
            <pc:sldMk cId="2430600300" sldId="270"/>
            <ac:graphicFrameMk id="7" creationId="{BD923B29-CC56-76E0-C239-AA21CA7C998E}"/>
          </ac:graphicFrameMkLst>
        </pc:graphicFrameChg>
        <pc:graphicFrameChg chg="add mod ord modGraphic">
          <ac:chgData name="Nguyen, Long (nguye2l6)" userId="S::nguye2l6@mail.uc.edu::cc7dbc53-f154-494b-a9e0-e9f2c1c70e35" providerId="AD" clId="Web-{BE5D5D5D-F5DC-23E5-51F6-81682E479DCA}" dt="2025-11-18T03:09:28.752" v="582" actId="1076"/>
          <ac:graphicFrameMkLst>
            <pc:docMk/>
            <pc:sldMk cId="2430600300" sldId="270"/>
            <ac:graphicFrameMk id="9" creationId="{98A60CB1-D893-D9B1-203B-6A3A74D9F801}"/>
          </ac:graphicFrameMkLst>
        </pc:graphicFrameChg>
        <pc:graphicFrameChg chg="del mod modGraphic">
          <ac:chgData name="Nguyen, Long (nguye2l6)" userId="S::nguye2l6@mail.uc.edu::cc7dbc53-f154-494b-a9e0-e9f2c1c70e35" providerId="AD" clId="Web-{BE5D5D5D-F5DC-23E5-51F6-81682E479DCA}" dt="2025-11-18T02:35:29.292" v="47"/>
          <ac:graphicFrameMkLst>
            <pc:docMk/>
            <pc:sldMk cId="2430600300" sldId="270"/>
            <ac:graphicFrameMk id="11" creationId="{D4CBD506-5462-F390-10ED-248A16C11BB9}"/>
          </ac:graphicFrameMkLst>
        </pc:graphicFrameChg>
      </pc:sldChg>
      <pc:sldChg chg="addSp delSp modSp add del replId">
        <pc:chgData name="Nguyen, Long (nguye2l6)" userId="S::nguye2l6@mail.uc.edu::cc7dbc53-f154-494b-a9e0-e9f2c1c70e35" providerId="AD" clId="Web-{BE5D5D5D-F5DC-23E5-51F6-81682E479DCA}" dt="2025-11-18T03:01:35.190" v="285"/>
        <pc:sldMkLst>
          <pc:docMk/>
          <pc:sldMk cId="70828750" sldId="271"/>
        </pc:sldMkLst>
        <pc:spChg chg="add mod">
          <ac:chgData name="Nguyen, Long (nguye2l6)" userId="S::nguye2l6@mail.uc.edu::cc7dbc53-f154-494b-a9e0-e9f2c1c70e35" providerId="AD" clId="Web-{BE5D5D5D-F5DC-23E5-51F6-81682E479DCA}" dt="2025-11-18T03:01:31.674" v="283"/>
          <ac:spMkLst>
            <pc:docMk/>
            <pc:sldMk cId="70828750" sldId="271"/>
            <ac:spMk id="5" creationId="{F5210D70-DC29-0658-1158-9506FC367A12}"/>
          </ac:spMkLst>
        </pc:spChg>
        <pc:spChg chg="del">
          <ac:chgData name="Nguyen, Long (nguye2l6)" userId="S::nguye2l6@mail.uc.edu::cc7dbc53-f154-494b-a9e0-e9f2c1c70e35" providerId="AD" clId="Web-{BE5D5D5D-F5DC-23E5-51F6-81682E479DCA}" dt="2025-11-18T03:01:31.518" v="282"/>
          <ac:spMkLst>
            <pc:docMk/>
            <pc:sldMk cId="70828750" sldId="271"/>
            <ac:spMk id="12" creationId="{E999F026-947F-0E54-73C8-EE1BC5167C9D}"/>
          </ac:spMkLst>
        </pc:spChg>
        <pc:spChg chg="del">
          <ac:chgData name="Nguyen, Long (nguye2l6)" userId="S::nguye2l6@mail.uc.edu::cc7dbc53-f154-494b-a9e0-e9f2c1c70e35" providerId="AD" clId="Web-{BE5D5D5D-F5DC-23E5-51F6-81682E479DCA}" dt="2025-11-18T03:01:31.518" v="281"/>
          <ac:spMkLst>
            <pc:docMk/>
            <pc:sldMk cId="70828750" sldId="271"/>
            <ac:spMk id="13" creationId="{62DD5F39-4688-0BBB-F484-74B12E2B8EB1}"/>
          </ac:spMkLst>
        </pc:spChg>
        <pc:graphicFrameChg chg="del">
          <ac:chgData name="Nguyen, Long (nguye2l6)" userId="S::nguye2l6@mail.uc.edu::cc7dbc53-f154-494b-a9e0-e9f2c1c70e35" providerId="AD" clId="Web-{BE5D5D5D-F5DC-23E5-51F6-81682E479DCA}" dt="2025-11-18T03:01:31.674" v="284"/>
          <ac:graphicFrameMkLst>
            <pc:docMk/>
            <pc:sldMk cId="70828750" sldId="271"/>
            <ac:graphicFrameMk id="4" creationId="{A40D1ECB-AB4A-BCFC-DECA-4AA6AA856EF7}"/>
          </ac:graphicFrameMkLst>
        </pc:graphicFrameChg>
        <pc:graphicFrameChg chg="del">
          <ac:chgData name="Nguyen, Long (nguye2l6)" userId="S::nguye2l6@mail.uc.edu::cc7dbc53-f154-494b-a9e0-e9f2c1c70e35" providerId="AD" clId="Web-{BE5D5D5D-F5DC-23E5-51F6-81682E479DCA}" dt="2025-11-18T03:01:31.674" v="283"/>
          <ac:graphicFrameMkLst>
            <pc:docMk/>
            <pc:sldMk cId="70828750" sldId="271"/>
            <ac:graphicFrameMk id="9" creationId="{DE0987EF-E7E6-E136-0F60-E910BC5FD17C}"/>
          </ac:graphicFrameMkLst>
        </pc:graphicFrameChg>
      </pc:sldChg>
      <pc:sldChg chg="modSp">
        <pc:chgData name="Nguyen, Long (nguye2l6)" userId="S::nguye2l6@mail.uc.edu::cc7dbc53-f154-494b-a9e0-e9f2c1c70e35" providerId="AD" clId="Web-{BE5D5D5D-F5DC-23E5-51F6-81682E479DCA}" dt="2025-11-18T04:18:49.183" v="1428" actId="20577"/>
        <pc:sldMkLst>
          <pc:docMk/>
          <pc:sldMk cId="541177359" sldId="278"/>
        </pc:sldMkLst>
        <pc:spChg chg="mod">
          <ac:chgData name="Nguyen, Long (nguye2l6)" userId="S::nguye2l6@mail.uc.edu::cc7dbc53-f154-494b-a9e0-e9f2c1c70e35" providerId="AD" clId="Web-{BE5D5D5D-F5DC-23E5-51F6-81682E479DCA}" dt="2025-11-18T04:18:49.183" v="1428" actId="20577"/>
          <ac:spMkLst>
            <pc:docMk/>
            <pc:sldMk cId="541177359" sldId="278"/>
            <ac:spMk id="3" creationId="{5C4184C5-A119-90FC-6386-CE14D51D3B40}"/>
          </ac:spMkLst>
        </pc:spChg>
      </pc:sldChg>
    </pc:docChg>
  </pc:docChgLst>
  <pc:docChgLst>
    <pc:chgData name="Nguyen, Long (nguye2l6)" userId="S::nguye2l6@mail.uc.edu::cc7dbc53-f154-494b-a9e0-e9f2c1c70e35" providerId="AD" clId="Web-{BB6D53D5-B1B0-956E-1121-C03D64EF6EB4}"/>
    <pc:docChg chg="modSld">
      <pc:chgData name="Nguyen, Long (nguye2l6)" userId="S::nguye2l6@mail.uc.edu::cc7dbc53-f154-494b-a9e0-e9f2c1c70e35" providerId="AD" clId="Web-{BB6D53D5-B1B0-956E-1121-C03D64EF6EB4}" dt="2025-11-17T01:58:11.167" v="9" actId="20577"/>
      <pc:docMkLst>
        <pc:docMk/>
      </pc:docMkLst>
      <pc:sldChg chg="modSp">
        <pc:chgData name="Nguyen, Long (nguye2l6)" userId="S::nguye2l6@mail.uc.edu::cc7dbc53-f154-494b-a9e0-e9f2c1c70e35" providerId="AD" clId="Web-{BB6D53D5-B1B0-956E-1121-C03D64EF6EB4}" dt="2025-11-17T01:58:11.167" v="9" actId="20577"/>
        <pc:sldMkLst>
          <pc:docMk/>
          <pc:sldMk cId="270519196" sldId="257"/>
        </pc:sldMkLst>
        <pc:graphicFrameChg chg="modGraphic">
          <ac:chgData name="Nguyen, Long (nguye2l6)" userId="S::nguye2l6@mail.uc.edu::cc7dbc53-f154-494b-a9e0-e9f2c1c70e35" providerId="AD" clId="Web-{BB6D53D5-B1B0-956E-1121-C03D64EF6EB4}" dt="2025-11-17T01:58:11.167" v="9" actId="20577"/>
          <ac:graphicFrameMkLst>
            <pc:docMk/>
            <pc:sldMk cId="270519196" sldId="257"/>
            <ac:graphicFrameMk id="4" creationId="{5F9213CE-D2F5-05FF-49A7-1AACB7F04CC7}"/>
          </ac:graphicFrameMkLst>
        </pc:graphicFrameChg>
      </pc:sldChg>
    </pc:docChg>
  </pc:docChgLst>
  <pc:docChgLst>
    <pc:chgData name="Nguyen, Long (nguye2l6)" userId="S::nguye2l6@mail.uc.edu::cc7dbc53-f154-494b-a9e0-e9f2c1c70e35" providerId="AD" clId="Web-{EF5A86D7-3E58-2E2A-4978-498D4F2727B4}"/>
    <pc:docChg chg="modSld">
      <pc:chgData name="Nguyen, Long (nguye2l6)" userId="S::nguye2l6@mail.uc.edu::cc7dbc53-f154-494b-a9e0-e9f2c1c70e35" providerId="AD" clId="Web-{EF5A86D7-3E58-2E2A-4978-498D4F2727B4}" dt="2025-11-17T22:22:21.018" v="2" actId="20577"/>
      <pc:docMkLst>
        <pc:docMk/>
      </pc:docMkLst>
      <pc:sldChg chg="modSp">
        <pc:chgData name="Nguyen, Long (nguye2l6)" userId="S::nguye2l6@mail.uc.edu::cc7dbc53-f154-494b-a9e0-e9f2c1c70e35" providerId="AD" clId="Web-{EF5A86D7-3E58-2E2A-4978-498D4F2727B4}" dt="2025-11-17T22:22:21.018" v="2" actId="20577"/>
        <pc:sldMkLst>
          <pc:docMk/>
          <pc:sldMk cId="270519196" sldId="257"/>
        </pc:sldMkLst>
        <pc:graphicFrameChg chg="modGraphic">
          <ac:chgData name="Nguyen, Long (nguye2l6)" userId="S::nguye2l6@mail.uc.edu::cc7dbc53-f154-494b-a9e0-e9f2c1c70e35" providerId="AD" clId="Web-{EF5A86D7-3E58-2E2A-4978-498D4F2727B4}" dt="2025-11-17T22:22:21.018" v="2" actId="20577"/>
          <ac:graphicFrameMkLst>
            <pc:docMk/>
            <pc:sldMk cId="270519196" sldId="257"/>
            <ac:graphicFrameMk id="4" creationId="{5F9213CE-D2F5-05FF-49A7-1AACB7F04CC7}"/>
          </ac:graphicFrameMkLst>
        </pc:graphicFrameChg>
      </pc:sldChg>
    </pc:docChg>
  </pc:docChgLst>
  <pc:docChgLst>
    <pc:chgData name="Keller, Chase (kellec8)" userId="S::kellec8@mail.uc.edu::036d61fb-4a9a-412a-ae91-b70e6be03bc4" providerId="AD" clId="Web-{C4D72E90-60CA-05F3-A13D-2C7FD550DF58}"/>
    <pc:docChg chg="addSld modSld">
      <pc:chgData name="Keller, Chase (kellec8)" userId="S::kellec8@mail.uc.edu::036d61fb-4a9a-412a-ae91-b70e6be03bc4" providerId="AD" clId="Web-{C4D72E90-60CA-05F3-A13D-2C7FD550DF58}" dt="2025-11-18T04:30:02.150" v="2434" actId="20577"/>
      <pc:docMkLst>
        <pc:docMk/>
      </pc:docMkLst>
      <pc:sldChg chg="modSp">
        <pc:chgData name="Keller, Chase (kellec8)" userId="S::kellec8@mail.uc.edu::036d61fb-4a9a-412a-ae91-b70e6be03bc4" providerId="AD" clId="Web-{C4D72E90-60CA-05F3-A13D-2C7FD550DF58}" dt="2025-11-18T01:07:49.337" v="1734" actId="20577"/>
        <pc:sldMkLst>
          <pc:docMk/>
          <pc:sldMk cId="270519196" sldId="257"/>
        </pc:sldMkLst>
        <pc:graphicFrameChg chg="modGraphic">
          <ac:chgData name="Keller, Chase (kellec8)" userId="S::kellec8@mail.uc.edu::036d61fb-4a9a-412a-ae91-b70e6be03bc4" providerId="AD" clId="Web-{C4D72E90-60CA-05F3-A13D-2C7FD550DF58}" dt="2025-11-18T01:07:49.337" v="1734" actId="20577"/>
          <ac:graphicFrameMkLst>
            <pc:docMk/>
            <pc:sldMk cId="270519196" sldId="257"/>
            <ac:graphicFrameMk id="4" creationId="{5F9213CE-D2F5-05FF-49A7-1AACB7F04CC7}"/>
          </ac:graphicFrameMkLst>
        </pc:graphicFrameChg>
      </pc:sldChg>
      <pc:sldChg chg="modSp">
        <pc:chgData name="Keller, Chase (kellec8)" userId="S::kellec8@mail.uc.edu::036d61fb-4a9a-412a-ae91-b70e6be03bc4" providerId="AD" clId="Web-{C4D72E90-60CA-05F3-A13D-2C7FD550DF58}" dt="2025-11-18T02:39:15.104" v="2292" actId="20577"/>
        <pc:sldMkLst>
          <pc:docMk/>
          <pc:sldMk cId="1146603888" sldId="260"/>
        </pc:sldMkLst>
        <pc:spChg chg="mod">
          <ac:chgData name="Keller, Chase (kellec8)" userId="S::kellec8@mail.uc.edu::036d61fb-4a9a-412a-ae91-b70e6be03bc4" providerId="AD" clId="Web-{C4D72E90-60CA-05F3-A13D-2C7FD550DF58}" dt="2025-11-18T02:39:15.104" v="2292" actId="20577"/>
          <ac:spMkLst>
            <pc:docMk/>
            <pc:sldMk cId="1146603888" sldId="260"/>
            <ac:spMk id="3" creationId="{BF4EB779-9E45-C813-B885-1C0FD09ABD18}"/>
          </ac:spMkLst>
        </pc:spChg>
      </pc:sldChg>
      <pc:sldChg chg="modSp">
        <pc:chgData name="Keller, Chase (kellec8)" userId="S::kellec8@mail.uc.edu::036d61fb-4a9a-412a-ae91-b70e6be03bc4" providerId="AD" clId="Web-{C4D72E90-60CA-05F3-A13D-2C7FD550DF58}" dt="2025-11-18T02:46:05.930" v="2317" actId="20577"/>
        <pc:sldMkLst>
          <pc:docMk/>
          <pc:sldMk cId="1097648334" sldId="261"/>
        </pc:sldMkLst>
        <pc:spChg chg="mod">
          <ac:chgData name="Keller, Chase (kellec8)" userId="S::kellec8@mail.uc.edu::036d61fb-4a9a-412a-ae91-b70e6be03bc4" providerId="AD" clId="Web-{C4D72E90-60CA-05F3-A13D-2C7FD550DF58}" dt="2025-11-18T02:46:05.930" v="2317" actId="20577"/>
          <ac:spMkLst>
            <pc:docMk/>
            <pc:sldMk cId="1097648334" sldId="261"/>
            <ac:spMk id="3" creationId="{3BD97605-93FC-1BB4-A70B-4143EAD6F307}"/>
          </ac:spMkLst>
        </pc:spChg>
      </pc:sldChg>
      <pc:sldChg chg="modSp">
        <pc:chgData name="Keller, Chase (kellec8)" userId="S::kellec8@mail.uc.edu::036d61fb-4a9a-412a-ae91-b70e6be03bc4" providerId="AD" clId="Web-{C4D72E90-60CA-05F3-A13D-2C7FD550DF58}" dt="2025-11-18T02:46:05.274" v="2316" actId="20577"/>
        <pc:sldMkLst>
          <pc:docMk/>
          <pc:sldMk cId="2050169614" sldId="262"/>
        </pc:sldMkLst>
        <pc:spChg chg="mod">
          <ac:chgData name="Keller, Chase (kellec8)" userId="S::kellec8@mail.uc.edu::036d61fb-4a9a-412a-ae91-b70e6be03bc4" providerId="AD" clId="Web-{C4D72E90-60CA-05F3-A13D-2C7FD550DF58}" dt="2025-11-18T02:46:05.274" v="2316" actId="20577"/>
          <ac:spMkLst>
            <pc:docMk/>
            <pc:sldMk cId="2050169614" sldId="262"/>
            <ac:spMk id="3" creationId="{6AC44BBC-48EB-6451-3792-AA51EFBB5452}"/>
          </ac:spMkLst>
        </pc:spChg>
      </pc:sldChg>
      <pc:sldChg chg="modSp">
        <pc:chgData name="Keller, Chase (kellec8)" userId="S::kellec8@mail.uc.edu::036d61fb-4a9a-412a-ae91-b70e6be03bc4" providerId="AD" clId="Web-{C4D72E90-60CA-05F3-A13D-2C7FD550DF58}" dt="2025-11-18T03:06:08.838" v="2361" actId="20577"/>
        <pc:sldMkLst>
          <pc:docMk/>
          <pc:sldMk cId="1552245073" sldId="264"/>
        </pc:sldMkLst>
        <pc:spChg chg="mod">
          <ac:chgData name="Keller, Chase (kellec8)" userId="S::kellec8@mail.uc.edu::036d61fb-4a9a-412a-ae91-b70e6be03bc4" providerId="AD" clId="Web-{C4D72E90-60CA-05F3-A13D-2C7FD550DF58}" dt="2025-11-18T03:06:08.838" v="2361" actId="20577"/>
          <ac:spMkLst>
            <pc:docMk/>
            <pc:sldMk cId="1552245073" sldId="264"/>
            <ac:spMk id="3" creationId="{A919908C-3588-ED47-9382-5B4776EDAB7B}"/>
          </ac:spMkLst>
        </pc:spChg>
      </pc:sldChg>
      <pc:sldChg chg="modSp">
        <pc:chgData name="Keller, Chase (kellec8)" userId="S::kellec8@mail.uc.edu::036d61fb-4a9a-412a-ae91-b70e6be03bc4" providerId="AD" clId="Web-{C4D72E90-60CA-05F3-A13D-2C7FD550DF58}" dt="2025-11-18T02:21:31.486" v="1973" actId="20577"/>
        <pc:sldMkLst>
          <pc:docMk/>
          <pc:sldMk cId="1461186741" sldId="266"/>
        </pc:sldMkLst>
        <pc:spChg chg="mod">
          <ac:chgData name="Keller, Chase (kellec8)" userId="S::kellec8@mail.uc.edu::036d61fb-4a9a-412a-ae91-b70e6be03bc4" providerId="AD" clId="Web-{C4D72E90-60CA-05F3-A13D-2C7FD550DF58}" dt="2025-11-18T02:21:31.486" v="1973" actId="20577"/>
          <ac:spMkLst>
            <pc:docMk/>
            <pc:sldMk cId="1461186741" sldId="266"/>
            <ac:spMk id="3" creationId="{61DCF1C2-4BAE-DDC9-8D38-81C925F197C4}"/>
          </ac:spMkLst>
        </pc:spChg>
      </pc:sldChg>
      <pc:sldChg chg="modSp new">
        <pc:chgData name="Keller, Chase (kellec8)" userId="S::kellec8@mail.uc.edu::036d61fb-4a9a-412a-ae91-b70e6be03bc4" providerId="AD" clId="Web-{C4D72E90-60CA-05F3-A13D-2C7FD550DF58}" dt="2025-11-18T00:25:48.697" v="812" actId="20577"/>
        <pc:sldMkLst>
          <pc:docMk/>
          <pc:sldMk cId="129836379" sldId="267"/>
        </pc:sldMkLst>
        <pc:spChg chg="mod">
          <ac:chgData name="Keller, Chase (kellec8)" userId="S::kellec8@mail.uc.edu::036d61fb-4a9a-412a-ae91-b70e6be03bc4" providerId="AD" clId="Web-{C4D72E90-60CA-05F3-A13D-2C7FD550DF58}" dt="2025-11-18T00:19:08.636" v="548" actId="20577"/>
          <ac:spMkLst>
            <pc:docMk/>
            <pc:sldMk cId="129836379" sldId="267"/>
            <ac:spMk id="2" creationId="{90C64D0F-A992-A749-F8A8-A83503E17BB1}"/>
          </ac:spMkLst>
        </pc:spChg>
        <pc:spChg chg="mod">
          <ac:chgData name="Keller, Chase (kellec8)" userId="S::kellec8@mail.uc.edu::036d61fb-4a9a-412a-ae91-b70e6be03bc4" providerId="AD" clId="Web-{C4D72E90-60CA-05F3-A13D-2C7FD550DF58}" dt="2025-11-18T00:25:48.697" v="812" actId="20577"/>
          <ac:spMkLst>
            <pc:docMk/>
            <pc:sldMk cId="129836379" sldId="267"/>
            <ac:spMk id="3" creationId="{21CDE784-EF30-F9BB-62E2-8F2ED61DA723}"/>
          </ac:spMkLst>
        </pc:spChg>
      </pc:sldChg>
      <pc:sldChg chg="modSp new">
        <pc:chgData name="Keller, Chase (kellec8)" userId="S::kellec8@mail.uc.edu::036d61fb-4a9a-412a-ae91-b70e6be03bc4" providerId="AD" clId="Web-{C4D72E90-60CA-05F3-A13D-2C7FD550DF58}" dt="2025-11-18T00:30:32.603" v="1050" actId="1076"/>
        <pc:sldMkLst>
          <pc:docMk/>
          <pc:sldMk cId="99432157" sldId="268"/>
        </pc:sldMkLst>
        <pc:spChg chg="mod">
          <ac:chgData name="Keller, Chase (kellec8)" userId="S::kellec8@mail.uc.edu::036d61fb-4a9a-412a-ae91-b70e6be03bc4" providerId="AD" clId="Web-{C4D72E90-60CA-05F3-A13D-2C7FD550DF58}" dt="2025-11-18T00:26:33.260" v="832" actId="20577"/>
          <ac:spMkLst>
            <pc:docMk/>
            <pc:sldMk cId="99432157" sldId="268"/>
            <ac:spMk id="2" creationId="{90327796-D246-9816-C50B-3319904075DA}"/>
          </ac:spMkLst>
        </pc:spChg>
        <pc:spChg chg="mod">
          <ac:chgData name="Keller, Chase (kellec8)" userId="S::kellec8@mail.uc.edu::036d61fb-4a9a-412a-ae91-b70e6be03bc4" providerId="AD" clId="Web-{C4D72E90-60CA-05F3-A13D-2C7FD550DF58}" dt="2025-11-18T00:30:32.603" v="1050" actId="1076"/>
          <ac:spMkLst>
            <pc:docMk/>
            <pc:sldMk cId="99432157" sldId="268"/>
            <ac:spMk id="3" creationId="{ACA57248-E256-3F84-A935-F978AF6CCCC5}"/>
          </ac:spMkLst>
        </pc:spChg>
      </pc:sldChg>
      <pc:sldChg chg="modSp new">
        <pc:chgData name="Keller, Chase (kellec8)" userId="S::kellec8@mail.uc.edu::036d61fb-4a9a-412a-ae91-b70e6be03bc4" providerId="AD" clId="Web-{C4D72E90-60CA-05F3-A13D-2C7FD550DF58}" dt="2025-11-18T03:26:10.071" v="2363" actId="20577"/>
        <pc:sldMkLst>
          <pc:docMk/>
          <pc:sldMk cId="887904061" sldId="269"/>
        </pc:sldMkLst>
        <pc:spChg chg="mod">
          <ac:chgData name="Keller, Chase (kellec8)" userId="S::kellec8@mail.uc.edu::036d61fb-4a9a-412a-ae91-b70e6be03bc4" providerId="AD" clId="Web-{C4D72E90-60CA-05F3-A13D-2C7FD550DF58}" dt="2025-11-18T00:36:35.790" v="1065" actId="20577"/>
          <ac:spMkLst>
            <pc:docMk/>
            <pc:sldMk cId="887904061" sldId="269"/>
            <ac:spMk id="2" creationId="{589140AF-CE6A-E69B-D099-86F001018605}"/>
          </ac:spMkLst>
        </pc:spChg>
        <pc:spChg chg="mod">
          <ac:chgData name="Keller, Chase (kellec8)" userId="S::kellec8@mail.uc.edu::036d61fb-4a9a-412a-ae91-b70e6be03bc4" providerId="AD" clId="Web-{C4D72E90-60CA-05F3-A13D-2C7FD550DF58}" dt="2025-11-18T03:26:10.071" v="2363" actId="20577"/>
          <ac:spMkLst>
            <pc:docMk/>
            <pc:sldMk cId="887904061" sldId="269"/>
            <ac:spMk id="3" creationId="{874BB2DC-09CA-A767-D8E6-E14E8B517306}"/>
          </ac:spMkLst>
        </pc:spChg>
      </pc:sldChg>
      <pc:sldChg chg="addSp delSp">
        <pc:chgData name="Keller, Chase (kellec8)" userId="S::kellec8@mail.uc.edu::036d61fb-4a9a-412a-ae91-b70e6be03bc4" providerId="AD" clId="Web-{C4D72E90-60CA-05F3-A13D-2C7FD550DF58}" dt="2025-11-18T02:56:37.542" v="2324"/>
        <pc:sldMkLst>
          <pc:docMk/>
          <pc:sldMk cId="2430600300" sldId="270"/>
        </pc:sldMkLst>
        <pc:spChg chg="add del">
          <ac:chgData name="Keller, Chase (kellec8)" userId="S::kellec8@mail.uc.edu::036d61fb-4a9a-412a-ae91-b70e6be03bc4" providerId="AD" clId="Web-{C4D72E90-60CA-05F3-A13D-2C7FD550DF58}" dt="2025-11-18T02:56:37.542" v="2324"/>
          <ac:spMkLst>
            <pc:docMk/>
            <pc:sldMk cId="2430600300" sldId="270"/>
            <ac:spMk id="3" creationId="{86DE5F93-8057-4B3E-E10A-A394CE1E7D01}"/>
          </ac:spMkLst>
        </pc:spChg>
      </pc:sldChg>
      <pc:sldChg chg="modSp">
        <pc:chgData name="Keller, Chase (kellec8)" userId="S::kellec8@mail.uc.edu::036d61fb-4a9a-412a-ae91-b70e6be03bc4" providerId="AD" clId="Web-{C4D72E90-60CA-05F3-A13D-2C7FD550DF58}" dt="2025-11-18T03:43:36.397" v="2378" actId="20577"/>
        <pc:sldMkLst>
          <pc:docMk/>
          <pc:sldMk cId="3751342382" sldId="272"/>
        </pc:sldMkLst>
        <pc:spChg chg="mod">
          <ac:chgData name="Keller, Chase (kellec8)" userId="S::kellec8@mail.uc.edu::036d61fb-4a9a-412a-ae91-b70e6be03bc4" providerId="AD" clId="Web-{C4D72E90-60CA-05F3-A13D-2C7FD550DF58}" dt="2025-11-18T03:43:36.397" v="2378" actId="20577"/>
          <ac:spMkLst>
            <pc:docMk/>
            <pc:sldMk cId="3751342382" sldId="272"/>
            <ac:spMk id="3" creationId="{93555901-6181-3C4C-00E7-A4635A6AD310}"/>
          </ac:spMkLst>
        </pc:spChg>
      </pc:sldChg>
      <pc:sldChg chg="modSp">
        <pc:chgData name="Keller, Chase (kellec8)" userId="S::kellec8@mail.uc.edu::036d61fb-4a9a-412a-ae91-b70e6be03bc4" providerId="AD" clId="Web-{C4D72E90-60CA-05F3-A13D-2C7FD550DF58}" dt="2025-11-18T04:05:18.395" v="2396" actId="20577"/>
        <pc:sldMkLst>
          <pc:docMk/>
          <pc:sldMk cId="1670893820" sldId="276"/>
        </pc:sldMkLst>
        <pc:spChg chg="mod">
          <ac:chgData name="Keller, Chase (kellec8)" userId="S::kellec8@mail.uc.edu::036d61fb-4a9a-412a-ae91-b70e6be03bc4" providerId="AD" clId="Web-{C4D72E90-60CA-05F3-A13D-2C7FD550DF58}" dt="2025-11-18T04:05:18.395" v="2396" actId="20577"/>
          <ac:spMkLst>
            <pc:docMk/>
            <pc:sldMk cId="1670893820" sldId="276"/>
            <ac:spMk id="3" creationId="{5EF7365E-C8BE-ADA6-913D-FEA6FCAC542E}"/>
          </ac:spMkLst>
        </pc:spChg>
      </pc:sldChg>
      <pc:sldChg chg="modSp">
        <pc:chgData name="Keller, Chase (kellec8)" userId="S::kellec8@mail.uc.edu::036d61fb-4a9a-412a-ae91-b70e6be03bc4" providerId="AD" clId="Web-{C4D72E90-60CA-05F3-A13D-2C7FD550DF58}" dt="2025-11-18T04:12:49.113" v="2420" actId="20577"/>
        <pc:sldMkLst>
          <pc:docMk/>
          <pc:sldMk cId="22982725" sldId="277"/>
        </pc:sldMkLst>
        <pc:spChg chg="mod">
          <ac:chgData name="Keller, Chase (kellec8)" userId="S::kellec8@mail.uc.edu::036d61fb-4a9a-412a-ae91-b70e6be03bc4" providerId="AD" clId="Web-{C4D72E90-60CA-05F3-A13D-2C7FD550DF58}" dt="2025-11-18T04:12:49.113" v="2420" actId="20577"/>
          <ac:spMkLst>
            <pc:docMk/>
            <pc:sldMk cId="22982725" sldId="277"/>
            <ac:spMk id="3" creationId="{E32C2E16-AFF2-0AD1-3066-573386B6D727}"/>
          </ac:spMkLst>
        </pc:spChg>
      </pc:sldChg>
      <pc:sldChg chg="modSp">
        <pc:chgData name="Keller, Chase (kellec8)" userId="S::kellec8@mail.uc.edu::036d61fb-4a9a-412a-ae91-b70e6be03bc4" providerId="AD" clId="Web-{C4D72E90-60CA-05F3-A13D-2C7FD550DF58}" dt="2025-11-18T04:08:46.145" v="2403" actId="20577"/>
        <pc:sldMkLst>
          <pc:docMk/>
          <pc:sldMk cId="541177359" sldId="278"/>
        </pc:sldMkLst>
        <pc:spChg chg="mod">
          <ac:chgData name="Keller, Chase (kellec8)" userId="S::kellec8@mail.uc.edu::036d61fb-4a9a-412a-ae91-b70e6be03bc4" providerId="AD" clId="Web-{C4D72E90-60CA-05F3-A13D-2C7FD550DF58}" dt="2025-11-18T04:08:46.145" v="2403" actId="20577"/>
          <ac:spMkLst>
            <pc:docMk/>
            <pc:sldMk cId="541177359" sldId="278"/>
            <ac:spMk id="3" creationId="{5C4184C5-A119-90FC-6386-CE14D51D3B40}"/>
          </ac:spMkLst>
        </pc:spChg>
      </pc:sldChg>
      <pc:sldChg chg="modSp">
        <pc:chgData name="Keller, Chase (kellec8)" userId="S::kellec8@mail.uc.edu::036d61fb-4a9a-412a-ae91-b70e6be03bc4" providerId="AD" clId="Web-{C4D72E90-60CA-05F3-A13D-2C7FD550DF58}" dt="2025-11-18T04:30:02.150" v="2434" actId="20577"/>
        <pc:sldMkLst>
          <pc:docMk/>
          <pc:sldMk cId="797883842" sldId="279"/>
        </pc:sldMkLst>
        <pc:spChg chg="mod">
          <ac:chgData name="Keller, Chase (kellec8)" userId="S::kellec8@mail.uc.edu::036d61fb-4a9a-412a-ae91-b70e6be03bc4" providerId="AD" clId="Web-{C4D72E90-60CA-05F3-A13D-2C7FD550DF58}" dt="2025-11-18T04:30:02.150" v="2434" actId="20577"/>
          <ac:spMkLst>
            <pc:docMk/>
            <pc:sldMk cId="797883842" sldId="279"/>
            <ac:spMk id="3" creationId="{4EB12C0B-402B-E755-2DB7-A7F7BC964405}"/>
          </ac:spMkLst>
        </pc:spChg>
      </pc:sldChg>
      <pc:sldChg chg="modSp">
        <pc:chgData name="Keller, Chase (kellec8)" userId="S::kellec8@mail.uc.edu::036d61fb-4a9a-412a-ae91-b70e6be03bc4" providerId="AD" clId="Web-{C4D72E90-60CA-05F3-A13D-2C7FD550DF58}" dt="2025-11-18T04:09:06.989" v="2408" actId="20577"/>
        <pc:sldMkLst>
          <pc:docMk/>
          <pc:sldMk cId="1564625877" sldId="280"/>
        </pc:sldMkLst>
        <pc:spChg chg="mod">
          <ac:chgData name="Keller, Chase (kellec8)" userId="S::kellec8@mail.uc.edu::036d61fb-4a9a-412a-ae91-b70e6be03bc4" providerId="AD" clId="Web-{C4D72E90-60CA-05F3-A13D-2C7FD550DF58}" dt="2025-11-18T04:09:06.989" v="2408" actId="20577"/>
          <ac:spMkLst>
            <pc:docMk/>
            <pc:sldMk cId="1564625877" sldId="280"/>
            <ac:spMk id="3" creationId="{6AE10EE9-A1C9-4C45-F94F-D8F29D800B74}"/>
          </ac:spMkLst>
        </pc:spChg>
      </pc:sldChg>
    </pc:docChg>
  </pc:docChgLst>
</pc:chgInfo>
</file>

<file path=ppt/diagrams/_rels/data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svg"/><Relationship Id="rId3" Type="http://schemas.openxmlformats.org/officeDocument/2006/relationships/image" Target="../media/image1.png"/><Relationship Id="rId7" Type="http://schemas.openxmlformats.org/officeDocument/2006/relationships/image" Target="../media/image10.png"/><Relationship Id="rId2" Type="http://schemas.openxmlformats.org/officeDocument/2006/relationships/image" Target="../media/image6.svg"/><Relationship Id="rId1" Type="http://schemas.openxmlformats.org/officeDocument/2006/relationships/image" Target="../media/image5.png"/><Relationship Id="rId6" Type="http://schemas.openxmlformats.org/officeDocument/2006/relationships/image" Target="../media/image9.svg"/><Relationship Id="rId5" Type="http://schemas.openxmlformats.org/officeDocument/2006/relationships/image" Target="../media/image8.png"/><Relationship Id="rId4" Type="http://schemas.openxmlformats.org/officeDocument/2006/relationships/image" Target="../media/image7.svg"/></Relationships>
</file>

<file path=ppt/diagrams/_rels/drawing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svg"/><Relationship Id="rId3" Type="http://schemas.openxmlformats.org/officeDocument/2006/relationships/image" Target="../media/image1.png"/><Relationship Id="rId7" Type="http://schemas.openxmlformats.org/officeDocument/2006/relationships/image" Target="../media/image10.png"/><Relationship Id="rId2" Type="http://schemas.openxmlformats.org/officeDocument/2006/relationships/image" Target="../media/image6.svg"/><Relationship Id="rId1" Type="http://schemas.openxmlformats.org/officeDocument/2006/relationships/image" Target="../media/image5.png"/><Relationship Id="rId6" Type="http://schemas.openxmlformats.org/officeDocument/2006/relationships/image" Target="../media/image9.svg"/><Relationship Id="rId5" Type="http://schemas.openxmlformats.org/officeDocument/2006/relationships/image" Target="../media/image8.png"/><Relationship Id="rId4" Type="http://schemas.openxmlformats.org/officeDocument/2006/relationships/image" Target="../media/image7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9CF11426-C842-4AD6-AE78-D60E563C616A}" type="doc">
      <dgm:prSet loTypeId="urn:microsoft.com/office/officeart/2008/layout/NameandTitleOrganizationalChart" loCatId="hierarchy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EEE7E6AA-9AAE-46AF-AEC9-C2E61064C2DC}">
      <dgm:prSet/>
      <dgm:spPr/>
      <dgm:t>
        <a:bodyPr/>
        <a:lstStyle/>
        <a:p>
          <a:r>
            <a:rPr lang="en-US">
              <a:latin typeface="Trebuchet MS" panose="020B0603020202020204"/>
            </a:rPr>
            <a:t>Daniel</a:t>
          </a:r>
          <a:r>
            <a:rPr lang="en-US"/>
            <a:t> Lindsey</a:t>
          </a:r>
        </a:p>
      </dgm:t>
    </dgm:pt>
    <dgm:pt modelId="{39A00EEB-BC8E-40A6-AD0F-500C32C13F98}" type="parTrans" cxnId="{7FAD2114-9E8E-4377-870D-5FD4E69646B9}">
      <dgm:prSet/>
      <dgm:spPr/>
      <dgm:t>
        <a:bodyPr/>
        <a:lstStyle/>
        <a:p>
          <a:endParaRPr lang="en-US"/>
        </a:p>
      </dgm:t>
    </dgm:pt>
    <dgm:pt modelId="{576E45DC-4314-4942-86D1-296647B6C6DA}" type="sibTrans" cxnId="{7FAD2114-9E8E-4377-870D-5FD4E69646B9}">
      <dgm:prSet custT="1"/>
      <dgm:spPr/>
      <dgm:t>
        <a:bodyPr/>
        <a:lstStyle/>
        <a:p>
          <a:pPr algn="ctr"/>
          <a:r>
            <a:rPr lang="en-US" sz="2100"/>
            <a:t>Team Leader</a:t>
          </a:r>
        </a:p>
      </dgm:t>
    </dgm:pt>
    <dgm:pt modelId="{7CB6FBE7-AB8E-43E9-A5AA-CD2F545CFE13}">
      <dgm:prSet/>
      <dgm:spPr/>
      <dgm:t>
        <a:bodyPr/>
        <a:lstStyle/>
        <a:p>
          <a:r>
            <a:rPr lang="en-US"/>
            <a:t>Chase </a:t>
          </a:r>
          <a:r>
            <a:rPr lang="en-US">
              <a:latin typeface="Trebuchet MS" panose="020B0603020202020204"/>
            </a:rPr>
            <a:t>Keller</a:t>
          </a:r>
          <a:endParaRPr lang="en-US"/>
        </a:p>
      </dgm:t>
    </dgm:pt>
    <dgm:pt modelId="{E89F1C82-4170-4BF5-82E8-622DCA6F5912}" type="parTrans" cxnId="{E0FD5F0B-A0F0-4752-B234-5C5105436C67}">
      <dgm:prSet/>
      <dgm:spPr/>
      <dgm:t>
        <a:bodyPr/>
        <a:lstStyle/>
        <a:p>
          <a:endParaRPr lang="en-US"/>
        </a:p>
      </dgm:t>
    </dgm:pt>
    <dgm:pt modelId="{6FEF98C6-F0B7-4A56-BCE9-315ECCD183FF}" type="sibTrans" cxnId="{E0FD5F0B-A0F0-4752-B234-5C5105436C67}">
      <dgm:prSet custT="1"/>
      <dgm:spPr/>
      <dgm:t>
        <a:bodyPr/>
        <a:lstStyle/>
        <a:p>
          <a:pPr algn="ctr"/>
          <a:r>
            <a:rPr lang="en-US" sz="2100"/>
            <a:t>Fact Checker</a:t>
          </a:r>
        </a:p>
      </dgm:t>
    </dgm:pt>
    <dgm:pt modelId="{49E1C52F-FB37-44C0-8D92-12ADE924F540}">
      <dgm:prSet/>
      <dgm:spPr/>
      <dgm:t>
        <a:bodyPr/>
        <a:lstStyle/>
        <a:p>
          <a:r>
            <a:rPr lang="en-US"/>
            <a:t>Long Nguyen</a:t>
          </a:r>
        </a:p>
      </dgm:t>
    </dgm:pt>
    <dgm:pt modelId="{6B8E66E4-7380-4D31-96B9-9721325D2080}" type="parTrans" cxnId="{EDE13546-4AD2-4BC9-B5E7-B538A21BE090}">
      <dgm:prSet/>
      <dgm:spPr/>
      <dgm:t>
        <a:bodyPr/>
        <a:lstStyle/>
        <a:p>
          <a:endParaRPr lang="en-US"/>
        </a:p>
      </dgm:t>
    </dgm:pt>
    <dgm:pt modelId="{9DFD32B3-0099-4896-8FCE-972F903BBF80}" type="sibTrans" cxnId="{EDE13546-4AD2-4BC9-B5E7-B538A21BE090}">
      <dgm:prSet custT="1"/>
      <dgm:spPr/>
      <dgm:t>
        <a:bodyPr/>
        <a:lstStyle/>
        <a:p>
          <a:pPr algn="ctr"/>
          <a:r>
            <a:rPr lang="en-US" sz="2100"/>
            <a:t>Query Analysis</a:t>
          </a:r>
        </a:p>
      </dgm:t>
    </dgm:pt>
    <dgm:pt modelId="{345AF620-CE08-43BC-B61F-371B60EFFEF0}" type="pres">
      <dgm:prSet presAssocID="{9CF11426-C842-4AD6-AE78-D60E563C616A}" presName="hierChild1" presStyleCnt="0">
        <dgm:presLayoutVars>
          <dgm:orgChart val="1"/>
          <dgm:chPref val="1"/>
          <dgm:dir/>
          <dgm:animOne val="branch"/>
          <dgm:animLvl val="lvl"/>
          <dgm:resizeHandles/>
        </dgm:presLayoutVars>
      </dgm:prSet>
      <dgm:spPr/>
    </dgm:pt>
    <dgm:pt modelId="{41F35773-A1A2-403C-90C9-8AA7471505F8}" type="pres">
      <dgm:prSet presAssocID="{EEE7E6AA-9AAE-46AF-AEC9-C2E61064C2DC}" presName="hierRoot1" presStyleCnt="0">
        <dgm:presLayoutVars>
          <dgm:hierBranch val="init"/>
        </dgm:presLayoutVars>
      </dgm:prSet>
      <dgm:spPr/>
    </dgm:pt>
    <dgm:pt modelId="{16D8E76E-E52B-4225-9D5D-EBFB91F1F017}" type="pres">
      <dgm:prSet presAssocID="{EEE7E6AA-9AAE-46AF-AEC9-C2E61064C2DC}" presName="rootComposite1" presStyleCnt="0"/>
      <dgm:spPr/>
    </dgm:pt>
    <dgm:pt modelId="{E2ECE7D5-9879-4719-B3CF-9150541CA47A}" type="pres">
      <dgm:prSet presAssocID="{EEE7E6AA-9AAE-46AF-AEC9-C2E61064C2DC}" presName="rootText1" presStyleLbl="node0" presStyleIdx="0" presStyleCnt="3" custScaleY="110704">
        <dgm:presLayoutVars>
          <dgm:chMax/>
          <dgm:chPref val="3"/>
        </dgm:presLayoutVars>
      </dgm:prSet>
      <dgm:spPr/>
    </dgm:pt>
    <dgm:pt modelId="{CBC38FE9-2AE6-4B3D-95E2-25E9E8CC8A8C}" type="pres">
      <dgm:prSet presAssocID="{EEE7E6AA-9AAE-46AF-AEC9-C2E61064C2DC}" presName="titleText1" presStyleLbl="fgAcc0" presStyleIdx="0" presStyleCnt="3" custLinFactNeighborX="8455" custLinFactNeighborY="29395">
        <dgm:presLayoutVars>
          <dgm:chMax val="0"/>
          <dgm:chPref val="0"/>
        </dgm:presLayoutVars>
      </dgm:prSet>
      <dgm:spPr/>
    </dgm:pt>
    <dgm:pt modelId="{D4E97722-19F4-4BEC-98CE-B08802778D07}" type="pres">
      <dgm:prSet presAssocID="{EEE7E6AA-9AAE-46AF-AEC9-C2E61064C2DC}" presName="rootConnector1" presStyleLbl="node1" presStyleIdx="0" presStyleCnt="0"/>
      <dgm:spPr/>
    </dgm:pt>
    <dgm:pt modelId="{9DB08F84-F8DA-4F27-BAC9-CCF3A315E49D}" type="pres">
      <dgm:prSet presAssocID="{EEE7E6AA-9AAE-46AF-AEC9-C2E61064C2DC}" presName="hierChild2" presStyleCnt="0"/>
      <dgm:spPr/>
    </dgm:pt>
    <dgm:pt modelId="{11EB0EE7-75CF-4782-83C9-8855CB935784}" type="pres">
      <dgm:prSet presAssocID="{EEE7E6AA-9AAE-46AF-AEC9-C2E61064C2DC}" presName="hierChild3" presStyleCnt="0"/>
      <dgm:spPr/>
    </dgm:pt>
    <dgm:pt modelId="{5DA0F5E7-F218-4EE4-AF71-BE32EC1034E8}" type="pres">
      <dgm:prSet presAssocID="{7CB6FBE7-AB8E-43E9-A5AA-CD2F545CFE13}" presName="hierRoot1" presStyleCnt="0">
        <dgm:presLayoutVars>
          <dgm:hierBranch val="init"/>
        </dgm:presLayoutVars>
      </dgm:prSet>
      <dgm:spPr/>
    </dgm:pt>
    <dgm:pt modelId="{EC0066AB-4263-4438-B617-96AF1FD86A30}" type="pres">
      <dgm:prSet presAssocID="{7CB6FBE7-AB8E-43E9-A5AA-CD2F545CFE13}" presName="rootComposite1" presStyleCnt="0"/>
      <dgm:spPr/>
    </dgm:pt>
    <dgm:pt modelId="{2842DF44-8AA6-4CA2-A985-F1FC0ADF9D38}" type="pres">
      <dgm:prSet presAssocID="{7CB6FBE7-AB8E-43E9-A5AA-CD2F545CFE13}" presName="rootText1" presStyleLbl="node0" presStyleIdx="1" presStyleCnt="3">
        <dgm:presLayoutVars>
          <dgm:chMax/>
          <dgm:chPref val="3"/>
        </dgm:presLayoutVars>
      </dgm:prSet>
      <dgm:spPr/>
    </dgm:pt>
    <dgm:pt modelId="{DF68B9A0-7CA0-4A09-9E4D-95EB908D28E8}" type="pres">
      <dgm:prSet presAssocID="{7CB6FBE7-AB8E-43E9-A5AA-CD2F545CFE13}" presName="titleText1" presStyleLbl="fgAcc0" presStyleIdx="1" presStyleCnt="3" custLinFactNeighborX="8455" custLinFactNeighborY="29395">
        <dgm:presLayoutVars>
          <dgm:chMax val="0"/>
          <dgm:chPref val="0"/>
        </dgm:presLayoutVars>
      </dgm:prSet>
      <dgm:spPr/>
    </dgm:pt>
    <dgm:pt modelId="{BCF1FB17-0E02-4C66-9C52-89DF219A9472}" type="pres">
      <dgm:prSet presAssocID="{7CB6FBE7-AB8E-43E9-A5AA-CD2F545CFE13}" presName="rootConnector1" presStyleLbl="node1" presStyleIdx="0" presStyleCnt="0"/>
      <dgm:spPr/>
    </dgm:pt>
    <dgm:pt modelId="{EE476328-B5BD-4F87-825C-058FFE5E2999}" type="pres">
      <dgm:prSet presAssocID="{7CB6FBE7-AB8E-43E9-A5AA-CD2F545CFE13}" presName="hierChild2" presStyleCnt="0"/>
      <dgm:spPr/>
    </dgm:pt>
    <dgm:pt modelId="{6AF98AE8-181D-4704-8108-8B6F98F30DCD}" type="pres">
      <dgm:prSet presAssocID="{7CB6FBE7-AB8E-43E9-A5AA-CD2F545CFE13}" presName="hierChild3" presStyleCnt="0"/>
      <dgm:spPr/>
    </dgm:pt>
    <dgm:pt modelId="{A04A419B-003E-4791-90D0-9A0493EB24FD}" type="pres">
      <dgm:prSet presAssocID="{49E1C52F-FB37-44C0-8D92-12ADE924F540}" presName="hierRoot1" presStyleCnt="0">
        <dgm:presLayoutVars>
          <dgm:hierBranch val="init"/>
        </dgm:presLayoutVars>
      </dgm:prSet>
      <dgm:spPr/>
    </dgm:pt>
    <dgm:pt modelId="{844D7EC6-C10C-431C-B08E-29F7CA409B27}" type="pres">
      <dgm:prSet presAssocID="{49E1C52F-FB37-44C0-8D92-12ADE924F540}" presName="rootComposite1" presStyleCnt="0"/>
      <dgm:spPr/>
    </dgm:pt>
    <dgm:pt modelId="{922D8D7B-6D86-45F0-9E30-2C6EA1EE4F3E}" type="pres">
      <dgm:prSet presAssocID="{49E1C52F-FB37-44C0-8D92-12ADE924F540}" presName="rootText1" presStyleLbl="node0" presStyleIdx="2" presStyleCnt="3">
        <dgm:presLayoutVars>
          <dgm:chMax/>
          <dgm:chPref val="3"/>
        </dgm:presLayoutVars>
      </dgm:prSet>
      <dgm:spPr/>
    </dgm:pt>
    <dgm:pt modelId="{355161F5-46F3-40D5-B309-2A4248F80494}" type="pres">
      <dgm:prSet presAssocID="{49E1C52F-FB37-44C0-8D92-12ADE924F540}" presName="titleText1" presStyleLbl="fgAcc0" presStyleIdx="2" presStyleCnt="3" custLinFactNeighborX="8455" custLinFactNeighborY="29395">
        <dgm:presLayoutVars>
          <dgm:chMax val="0"/>
          <dgm:chPref val="0"/>
        </dgm:presLayoutVars>
      </dgm:prSet>
      <dgm:spPr/>
    </dgm:pt>
    <dgm:pt modelId="{7B143692-AB81-4D5C-80BC-E4E3282FDAFC}" type="pres">
      <dgm:prSet presAssocID="{49E1C52F-FB37-44C0-8D92-12ADE924F540}" presName="rootConnector1" presStyleLbl="node1" presStyleIdx="0" presStyleCnt="0"/>
      <dgm:spPr/>
    </dgm:pt>
    <dgm:pt modelId="{E66E4857-99C3-4585-8D52-0BAAF52232AC}" type="pres">
      <dgm:prSet presAssocID="{49E1C52F-FB37-44C0-8D92-12ADE924F540}" presName="hierChild2" presStyleCnt="0"/>
      <dgm:spPr/>
    </dgm:pt>
    <dgm:pt modelId="{044C9159-B22C-4D69-A766-E6AE5995AED1}" type="pres">
      <dgm:prSet presAssocID="{49E1C52F-FB37-44C0-8D92-12ADE924F540}" presName="hierChild3" presStyleCnt="0"/>
      <dgm:spPr/>
    </dgm:pt>
  </dgm:ptLst>
  <dgm:cxnLst>
    <dgm:cxn modelId="{DA106303-9E9C-4AC7-845F-DFCC321EA38B}" type="presOf" srcId="{7CB6FBE7-AB8E-43E9-A5AA-CD2F545CFE13}" destId="{BCF1FB17-0E02-4C66-9C52-89DF219A9472}" srcOrd="1" destOrd="0" presId="urn:microsoft.com/office/officeart/2008/layout/NameandTitleOrganizationalChart"/>
    <dgm:cxn modelId="{E0FD5F0B-A0F0-4752-B234-5C5105436C67}" srcId="{9CF11426-C842-4AD6-AE78-D60E563C616A}" destId="{7CB6FBE7-AB8E-43E9-A5AA-CD2F545CFE13}" srcOrd="1" destOrd="0" parTransId="{E89F1C82-4170-4BF5-82E8-622DCA6F5912}" sibTransId="{6FEF98C6-F0B7-4A56-BCE9-315ECCD183FF}"/>
    <dgm:cxn modelId="{7FAD2114-9E8E-4377-870D-5FD4E69646B9}" srcId="{9CF11426-C842-4AD6-AE78-D60E563C616A}" destId="{EEE7E6AA-9AAE-46AF-AEC9-C2E61064C2DC}" srcOrd="0" destOrd="0" parTransId="{39A00EEB-BC8E-40A6-AD0F-500C32C13F98}" sibTransId="{576E45DC-4314-4942-86D1-296647B6C6DA}"/>
    <dgm:cxn modelId="{D99B8A24-B660-468E-AF18-D709D3B045C6}" type="presOf" srcId="{9CF11426-C842-4AD6-AE78-D60E563C616A}" destId="{345AF620-CE08-43BC-B61F-371B60EFFEF0}" srcOrd="0" destOrd="0" presId="urn:microsoft.com/office/officeart/2008/layout/NameandTitleOrganizationalChart"/>
    <dgm:cxn modelId="{29C0462A-AA15-40B7-B3E8-7C5D490131E3}" type="presOf" srcId="{49E1C52F-FB37-44C0-8D92-12ADE924F540}" destId="{922D8D7B-6D86-45F0-9E30-2C6EA1EE4F3E}" srcOrd="0" destOrd="0" presId="urn:microsoft.com/office/officeart/2008/layout/NameandTitleOrganizationalChart"/>
    <dgm:cxn modelId="{EDE13546-4AD2-4BC9-B5E7-B538A21BE090}" srcId="{9CF11426-C842-4AD6-AE78-D60E563C616A}" destId="{49E1C52F-FB37-44C0-8D92-12ADE924F540}" srcOrd="2" destOrd="0" parTransId="{6B8E66E4-7380-4D31-96B9-9721325D2080}" sibTransId="{9DFD32B3-0099-4896-8FCE-972F903BBF80}"/>
    <dgm:cxn modelId="{A4291448-2AE9-43AB-B2F9-304B5A6F8744}" type="presOf" srcId="{EEE7E6AA-9AAE-46AF-AEC9-C2E61064C2DC}" destId="{E2ECE7D5-9879-4719-B3CF-9150541CA47A}" srcOrd="0" destOrd="0" presId="urn:microsoft.com/office/officeart/2008/layout/NameandTitleOrganizationalChart"/>
    <dgm:cxn modelId="{4AFEAA55-8B1D-4A94-87C9-8C34CD7E876A}" type="presOf" srcId="{576E45DC-4314-4942-86D1-296647B6C6DA}" destId="{CBC38FE9-2AE6-4B3D-95E2-25E9E8CC8A8C}" srcOrd="0" destOrd="0" presId="urn:microsoft.com/office/officeart/2008/layout/NameandTitleOrganizationalChart"/>
    <dgm:cxn modelId="{4CC21C8C-DF5D-4B91-95E8-A4CE27ADF518}" type="presOf" srcId="{EEE7E6AA-9AAE-46AF-AEC9-C2E61064C2DC}" destId="{D4E97722-19F4-4BEC-98CE-B08802778D07}" srcOrd="1" destOrd="0" presId="urn:microsoft.com/office/officeart/2008/layout/NameandTitleOrganizationalChart"/>
    <dgm:cxn modelId="{0B9EA8B0-09B3-42FE-9FA6-68C884E88816}" type="presOf" srcId="{49E1C52F-FB37-44C0-8D92-12ADE924F540}" destId="{7B143692-AB81-4D5C-80BC-E4E3282FDAFC}" srcOrd="1" destOrd="0" presId="urn:microsoft.com/office/officeart/2008/layout/NameandTitleOrganizationalChart"/>
    <dgm:cxn modelId="{248B35DB-B1D1-4DDC-BC3E-A6A20C7857E5}" type="presOf" srcId="{6FEF98C6-F0B7-4A56-BCE9-315ECCD183FF}" destId="{DF68B9A0-7CA0-4A09-9E4D-95EB908D28E8}" srcOrd="0" destOrd="0" presId="urn:microsoft.com/office/officeart/2008/layout/NameandTitleOrganizationalChart"/>
    <dgm:cxn modelId="{F3BE5DE7-756C-402E-AEDA-09D466450646}" type="presOf" srcId="{9DFD32B3-0099-4896-8FCE-972F903BBF80}" destId="{355161F5-46F3-40D5-B309-2A4248F80494}" srcOrd="0" destOrd="0" presId="urn:microsoft.com/office/officeart/2008/layout/NameandTitleOrganizationalChart"/>
    <dgm:cxn modelId="{1FBBD3F0-4C2E-4E19-8390-9150FB3A1EA1}" type="presOf" srcId="{7CB6FBE7-AB8E-43E9-A5AA-CD2F545CFE13}" destId="{2842DF44-8AA6-4CA2-A985-F1FC0ADF9D38}" srcOrd="0" destOrd="0" presId="urn:microsoft.com/office/officeart/2008/layout/NameandTitleOrganizationalChart"/>
    <dgm:cxn modelId="{07FB6B8E-C57B-4C31-B106-042DCD5EE37F}" type="presParOf" srcId="{345AF620-CE08-43BC-B61F-371B60EFFEF0}" destId="{41F35773-A1A2-403C-90C9-8AA7471505F8}" srcOrd="0" destOrd="0" presId="urn:microsoft.com/office/officeart/2008/layout/NameandTitleOrganizationalChart"/>
    <dgm:cxn modelId="{D35AF386-E5ED-46F4-9B0D-3270D3AA5401}" type="presParOf" srcId="{41F35773-A1A2-403C-90C9-8AA7471505F8}" destId="{16D8E76E-E52B-4225-9D5D-EBFB91F1F017}" srcOrd="0" destOrd="0" presId="urn:microsoft.com/office/officeart/2008/layout/NameandTitleOrganizationalChart"/>
    <dgm:cxn modelId="{1C8A7CCE-F531-4668-9802-41A7513A996A}" type="presParOf" srcId="{16D8E76E-E52B-4225-9D5D-EBFB91F1F017}" destId="{E2ECE7D5-9879-4719-B3CF-9150541CA47A}" srcOrd="0" destOrd="0" presId="urn:microsoft.com/office/officeart/2008/layout/NameandTitleOrganizationalChart"/>
    <dgm:cxn modelId="{D7594DBE-3961-4CD4-87CF-2566F8B3C6C5}" type="presParOf" srcId="{16D8E76E-E52B-4225-9D5D-EBFB91F1F017}" destId="{CBC38FE9-2AE6-4B3D-95E2-25E9E8CC8A8C}" srcOrd="1" destOrd="0" presId="urn:microsoft.com/office/officeart/2008/layout/NameandTitleOrganizationalChart"/>
    <dgm:cxn modelId="{FCFB78F5-B06C-42BD-92FF-8340C800080A}" type="presParOf" srcId="{16D8E76E-E52B-4225-9D5D-EBFB91F1F017}" destId="{D4E97722-19F4-4BEC-98CE-B08802778D07}" srcOrd="2" destOrd="0" presId="urn:microsoft.com/office/officeart/2008/layout/NameandTitleOrganizationalChart"/>
    <dgm:cxn modelId="{DFA2B191-7B1A-497B-8C5F-B0C531930100}" type="presParOf" srcId="{41F35773-A1A2-403C-90C9-8AA7471505F8}" destId="{9DB08F84-F8DA-4F27-BAC9-CCF3A315E49D}" srcOrd="1" destOrd="0" presId="urn:microsoft.com/office/officeart/2008/layout/NameandTitleOrganizationalChart"/>
    <dgm:cxn modelId="{1CBE951F-DC63-4E76-89A4-95187B29221F}" type="presParOf" srcId="{41F35773-A1A2-403C-90C9-8AA7471505F8}" destId="{11EB0EE7-75CF-4782-83C9-8855CB935784}" srcOrd="2" destOrd="0" presId="urn:microsoft.com/office/officeart/2008/layout/NameandTitleOrganizationalChart"/>
    <dgm:cxn modelId="{6AC02B77-AE8C-4AB6-BC65-820E27EE3D74}" type="presParOf" srcId="{345AF620-CE08-43BC-B61F-371B60EFFEF0}" destId="{5DA0F5E7-F218-4EE4-AF71-BE32EC1034E8}" srcOrd="1" destOrd="0" presId="urn:microsoft.com/office/officeart/2008/layout/NameandTitleOrganizationalChart"/>
    <dgm:cxn modelId="{49F80694-5246-40AC-8745-BDF8A61827D9}" type="presParOf" srcId="{5DA0F5E7-F218-4EE4-AF71-BE32EC1034E8}" destId="{EC0066AB-4263-4438-B617-96AF1FD86A30}" srcOrd="0" destOrd="0" presId="urn:microsoft.com/office/officeart/2008/layout/NameandTitleOrganizationalChart"/>
    <dgm:cxn modelId="{0022C6D3-CCC1-4B69-8A00-7901684DF6A7}" type="presParOf" srcId="{EC0066AB-4263-4438-B617-96AF1FD86A30}" destId="{2842DF44-8AA6-4CA2-A985-F1FC0ADF9D38}" srcOrd="0" destOrd="0" presId="urn:microsoft.com/office/officeart/2008/layout/NameandTitleOrganizationalChart"/>
    <dgm:cxn modelId="{475FDA4A-75F5-48C7-ABEA-45832CE7836D}" type="presParOf" srcId="{EC0066AB-4263-4438-B617-96AF1FD86A30}" destId="{DF68B9A0-7CA0-4A09-9E4D-95EB908D28E8}" srcOrd="1" destOrd="0" presId="urn:microsoft.com/office/officeart/2008/layout/NameandTitleOrganizationalChart"/>
    <dgm:cxn modelId="{83DBC7C1-AB2A-46FE-AFA3-BA109A2DC49D}" type="presParOf" srcId="{EC0066AB-4263-4438-B617-96AF1FD86A30}" destId="{BCF1FB17-0E02-4C66-9C52-89DF219A9472}" srcOrd="2" destOrd="0" presId="urn:microsoft.com/office/officeart/2008/layout/NameandTitleOrganizationalChart"/>
    <dgm:cxn modelId="{A9684D80-EF4F-40F4-8808-9D58F2C51102}" type="presParOf" srcId="{5DA0F5E7-F218-4EE4-AF71-BE32EC1034E8}" destId="{EE476328-B5BD-4F87-825C-058FFE5E2999}" srcOrd="1" destOrd="0" presId="urn:microsoft.com/office/officeart/2008/layout/NameandTitleOrganizationalChart"/>
    <dgm:cxn modelId="{95BE8BEC-2A9C-450E-BADC-88EEFDED9476}" type="presParOf" srcId="{5DA0F5E7-F218-4EE4-AF71-BE32EC1034E8}" destId="{6AF98AE8-181D-4704-8108-8B6F98F30DCD}" srcOrd="2" destOrd="0" presId="urn:microsoft.com/office/officeart/2008/layout/NameandTitleOrganizationalChart"/>
    <dgm:cxn modelId="{357D2CF2-3648-44E1-8AAD-0ED8754C4F29}" type="presParOf" srcId="{345AF620-CE08-43BC-B61F-371B60EFFEF0}" destId="{A04A419B-003E-4791-90D0-9A0493EB24FD}" srcOrd="2" destOrd="0" presId="urn:microsoft.com/office/officeart/2008/layout/NameandTitleOrganizationalChart"/>
    <dgm:cxn modelId="{3E7A1C45-D41F-4E87-90EB-6328D51031B5}" type="presParOf" srcId="{A04A419B-003E-4791-90D0-9A0493EB24FD}" destId="{844D7EC6-C10C-431C-B08E-29F7CA409B27}" srcOrd="0" destOrd="0" presId="urn:microsoft.com/office/officeart/2008/layout/NameandTitleOrganizationalChart"/>
    <dgm:cxn modelId="{D541992C-2391-463E-B9CE-A596D8D903B7}" type="presParOf" srcId="{844D7EC6-C10C-431C-B08E-29F7CA409B27}" destId="{922D8D7B-6D86-45F0-9E30-2C6EA1EE4F3E}" srcOrd="0" destOrd="0" presId="urn:microsoft.com/office/officeart/2008/layout/NameandTitleOrganizationalChart"/>
    <dgm:cxn modelId="{24EFFAAC-655E-4103-9A47-B967DCA708BF}" type="presParOf" srcId="{844D7EC6-C10C-431C-B08E-29F7CA409B27}" destId="{355161F5-46F3-40D5-B309-2A4248F80494}" srcOrd="1" destOrd="0" presId="urn:microsoft.com/office/officeart/2008/layout/NameandTitleOrganizationalChart"/>
    <dgm:cxn modelId="{FA252EAC-BA5E-4CB1-B780-F36EA548345A}" type="presParOf" srcId="{844D7EC6-C10C-431C-B08E-29F7CA409B27}" destId="{7B143692-AB81-4D5C-80BC-E4E3282FDAFC}" srcOrd="2" destOrd="0" presId="urn:microsoft.com/office/officeart/2008/layout/NameandTitleOrganizationalChart"/>
    <dgm:cxn modelId="{956DCEE1-A0B5-45F1-BBF7-CD846F3857EB}" type="presParOf" srcId="{A04A419B-003E-4791-90D0-9A0493EB24FD}" destId="{E66E4857-99C3-4585-8D52-0BAAF52232AC}" srcOrd="1" destOrd="0" presId="urn:microsoft.com/office/officeart/2008/layout/NameandTitleOrganizationalChart"/>
    <dgm:cxn modelId="{20BCE237-E449-4635-A75B-6BDCA57B026E}" type="presParOf" srcId="{A04A419B-003E-4791-90D0-9A0493EB24FD}" destId="{044C9159-B22C-4D69-A766-E6AE5995AED1}" srcOrd="2" destOrd="0" presId="urn:microsoft.com/office/officeart/2008/layout/NameandTitleOrganizationalChar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B5648A07-6E4E-431D-B87E-4FA9B9324A43}" type="doc">
      <dgm:prSet loTypeId="urn:microsoft.com/office/officeart/2018/2/layout/IconVerticalSolidList" loCatId="icon" qsTypeId="urn:microsoft.com/office/officeart/2005/8/quickstyle/simple1" qsCatId="simple" csTypeId="urn:microsoft.com/office/officeart/2018/5/colors/Iconchunking_neutralbg_colorful1" csCatId="colorful" phldr="1"/>
      <dgm:spPr/>
      <dgm:t>
        <a:bodyPr/>
        <a:lstStyle/>
        <a:p>
          <a:endParaRPr lang="en-US"/>
        </a:p>
      </dgm:t>
    </dgm:pt>
    <dgm:pt modelId="{792B5B89-3F73-4055-B88E-235ED141D8A0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Better understanding of query composition</a:t>
          </a:r>
        </a:p>
      </dgm:t>
    </dgm:pt>
    <dgm:pt modelId="{D7542DD9-858B-4380-B57A-37EF254F5E2D}" type="parTrans" cxnId="{04301DEC-D4F4-45C3-BF9C-DA4BA464BD00}">
      <dgm:prSet/>
      <dgm:spPr/>
      <dgm:t>
        <a:bodyPr/>
        <a:lstStyle/>
        <a:p>
          <a:endParaRPr lang="en-US"/>
        </a:p>
      </dgm:t>
    </dgm:pt>
    <dgm:pt modelId="{46276079-4235-4DE3-8A67-71DFEB117161}" type="sibTrans" cxnId="{04301DEC-D4F4-45C3-BF9C-DA4BA464BD00}">
      <dgm:prSet/>
      <dgm:spPr/>
      <dgm:t>
        <a:bodyPr/>
        <a:lstStyle/>
        <a:p>
          <a:endParaRPr lang="en-US"/>
        </a:p>
      </dgm:t>
    </dgm:pt>
    <dgm:pt modelId="{1067D9D5-ADBD-48D4-95BD-DEAB10DC4200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Experience operating with large datasets</a:t>
          </a:r>
        </a:p>
      </dgm:t>
    </dgm:pt>
    <dgm:pt modelId="{FDDCE853-5409-494F-B65C-8BC74E2C2533}" type="parTrans" cxnId="{9EF476D3-B4C7-46BF-9771-EF6FC82F85D5}">
      <dgm:prSet/>
      <dgm:spPr/>
      <dgm:t>
        <a:bodyPr/>
        <a:lstStyle/>
        <a:p>
          <a:endParaRPr lang="en-US"/>
        </a:p>
      </dgm:t>
    </dgm:pt>
    <dgm:pt modelId="{93BBF9DE-AB6D-4E9F-AB84-6F8B437297A4}" type="sibTrans" cxnId="{9EF476D3-B4C7-46BF-9771-EF6FC82F85D5}">
      <dgm:prSet/>
      <dgm:spPr/>
      <dgm:t>
        <a:bodyPr/>
        <a:lstStyle/>
        <a:p>
          <a:endParaRPr lang="en-US"/>
        </a:p>
      </dgm:t>
    </dgm:pt>
    <dgm:pt modelId="{E8541AD1-BAFD-48E0-BA37-4F97907DEFA7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Confirmation of previous research</a:t>
          </a:r>
        </a:p>
      </dgm:t>
    </dgm:pt>
    <dgm:pt modelId="{BFCF5E07-A31E-4E2B-B2F4-3A47C3985F4D}" type="parTrans" cxnId="{5CD3393A-E266-4BAA-B4D1-A250E1FDA0A5}">
      <dgm:prSet/>
      <dgm:spPr/>
      <dgm:t>
        <a:bodyPr/>
        <a:lstStyle/>
        <a:p>
          <a:endParaRPr lang="en-US"/>
        </a:p>
      </dgm:t>
    </dgm:pt>
    <dgm:pt modelId="{DB068F43-FB4A-4744-A63D-F33665AF6671}" type="sibTrans" cxnId="{5CD3393A-E266-4BAA-B4D1-A250E1FDA0A5}">
      <dgm:prSet/>
      <dgm:spPr/>
      <dgm:t>
        <a:bodyPr/>
        <a:lstStyle/>
        <a:p>
          <a:endParaRPr lang="en-US"/>
        </a:p>
      </dgm:t>
    </dgm:pt>
    <dgm:pt modelId="{588CE1BF-B975-4689-9EC4-4B0A54F72AD1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Potentially improve efficiency through alogrithmic modifications</a:t>
          </a:r>
        </a:p>
      </dgm:t>
    </dgm:pt>
    <dgm:pt modelId="{EA715525-B9A8-49B4-A040-B69E90598EE8}" type="parTrans" cxnId="{0AD4D6AB-300D-4D11-AE6C-786E7001D423}">
      <dgm:prSet/>
      <dgm:spPr/>
      <dgm:t>
        <a:bodyPr/>
        <a:lstStyle/>
        <a:p>
          <a:endParaRPr lang="en-US"/>
        </a:p>
      </dgm:t>
    </dgm:pt>
    <dgm:pt modelId="{A69265C1-B446-471A-9C4A-AB8F6EC8B60A}" type="sibTrans" cxnId="{0AD4D6AB-300D-4D11-AE6C-786E7001D423}">
      <dgm:prSet/>
      <dgm:spPr/>
      <dgm:t>
        <a:bodyPr/>
        <a:lstStyle/>
        <a:p>
          <a:endParaRPr lang="en-US"/>
        </a:p>
      </dgm:t>
    </dgm:pt>
    <dgm:pt modelId="{FAB9A518-B37E-4623-8E83-61513CF3C368}" type="pres">
      <dgm:prSet presAssocID="{B5648A07-6E4E-431D-B87E-4FA9B9324A43}" presName="root" presStyleCnt="0">
        <dgm:presLayoutVars>
          <dgm:dir/>
          <dgm:resizeHandles val="exact"/>
        </dgm:presLayoutVars>
      </dgm:prSet>
      <dgm:spPr/>
    </dgm:pt>
    <dgm:pt modelId="{ADF85F99-6ED5-4C2B-97A2-DE7851D219C9}" type="pres">
      <dgm:prSet presAssocID="{792B5B89-3F73-4055-B88E-235ED141D8A0}" presName="compNode" presStyleCnt="0"/>
      <dgm:spPr/>
    </dgm:pt>
    <dgm:pt modelId="{AF233D40-16C5-4A5C-B594-0D301BADAA34}" type="pres">
      <dgm:prSet presAssocID="{792B5B89-3F73-4055-B88E-235ED141D8A0}" presName="bgRect" presStyleLbl="bgShp" presStyleIdx="0" presStyleCnt="4"/>
      <dgm:spPr/>
    </dgm:pt>
    <dgm:pt modelId="{9D8BC5B2-2876-4624-9656-CF1450D26478}" type="pres">
      <dgm:prSet presAssocID="{792B5B89-3F73-4055-B88E-235ED141D8A0}" presName="iconRect" presStyleLbl="node1" presStyleIdx="0" presStyleCnt="4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Head with Gears"/>
        </a:ext>
      </dgm:extLst>
    </dgm:pt>
    <dgm:pt modelId="{18A23513-AB3D-4DF2-963B-95CA0A4503A6}" type="pres">
      <dgm:prSet presAssocID="{792B5B89-3F73-4055-B88E-235ED141D8A0}" presName="spaceRect" presStyleCnt="0"/>
      <dgm:spPr/>
    </dgm:pt>
    <dgm:pt modelId="{DBA18001-08A8-4D95-9DDD-FB0890CD3A1B}" type="pres">
      <dgm:prSet presAssocID="{792B5B89-3F73-4055-B88E-235ED141D8A0}" presName="parTx" presStyleLbl="revTx" presStyleIdx="0" presStyleCnt="4">
        <dgm:presLayoutVars>
          <dgm:chMax val="0"/>
          <dgm:chPref val="0"/>
        </dgm:presLayoutVars>
      </dgm:prSet>
      <dgm:spPr/>
    </dgm:pt>
    <dgm:pt modelId="{1BF1B953-AD2D-4543-BB4A-D472457C76C9}" type="pres">
      <dgm:prSet presAssocID="{46276079-4235-4DE3-8A67-71DFEB117161}" presName="sibTrans" presStyleCnt="0"/>
      <dgm:spPr/>
    </dgm:pt>
    <dgm:pt modelId="{583A84F8-C00E-433A-94FF-787A0A492900}" type="pres">
      <dgm:prSet presAssocID="{1067D9D5-ADBD-48D4-95BD-DEAB10DC4200}" presName="compNode" presStyleCnt="0"/>
      <dgm:spPr/>
    </dgm:pt>
    <dgm:pt modelId="{888F56F5-B73A-4691-86B0-76DB94D690F9}" type="pres">
      <dgm:prSet presAssocID="{1067D9D5-ADBD-48D4-95BD-DEAB10DC4200}" presName="bgRect" presStyleLbl="bgShp" presStyleIdx="1" presStyleCnt="4"/>
      <dgm:spPr/>
    </dgm:pt>
    <dgm:pt modelId="{D7769057-A3FE-4B8F-B2FD-B7E85D2403B5}" type="pres">
      <dgm:prSet presAssocID="{1067D9D5-ADBD-48D4-95BD-DEAB10DC4200}" presName="iconRect" presStyleLbl="node1" presStyleIdx="1" presStyleCnt="4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Database"/>
        </a:ext>
      </dgm:extLst>
    </dgm:pt>
    <dgm:pt modelId="{E53D9D41-276B-4A66-B797-D99A5BCDD8F7}" type="pres">
      <dgm:prSet presAssocID="{1067D9D5-ADBD-48D4-95BD-DEAB10DC4200}" presName="spaceRect" presStyleCnt="0"/>
      <dgm:spPr/>
    </dgm:pt>
    <dgm:pt modelId="{C560E5C4-3C0F-45A0-A913-E6B28C5ABA8C}" type="pres">
      <dgm:prSet presAssocID="{1067D9D5-ADBD-48D4-95BD-DEAB10DC4200}" presName="parTx" presStyleLbl="revTx" presStyleIdx="1" presStyleCnt="4">
        <dgm:presLayoutVars>
          <dgm:chMax val="0"/>
          <dgm:chPref val="0"/>
        </dgm:presLayoutVars>
      </dgm:prSet>
      <dgm:spPr/>
    </dgm:pt>
    <dgm:pt modelId="{143E7573-EE44-4938-898E-3CE73B513EB1}" type="pres">
      <dgm:prSet presAssocID="{93BBF9DE-AB6D-4E9F-AB84-6F8B437297A4}" presName="sibTrans" presStyleCnt="0"/>
      <dgm:spPr/>
    </dgm:pt>
    <dgm:pt modelId="{29DD382A-19F4-4142-B2C0-1D41E1960BC5}" type="pres">
      <dgm:prSet presAssocID="{E8541AD1-BAFD-48E0-BA37-4F97907DEFA7}" presName="compNode" presStyleCnt="0"/>
      <dgm:spPr/>
    </dgm:pt>
    <dgm:pt modelId="{5611D321-EAFF-4E67-8F62-90A20B3340CA}" type="pres">
      <dgm:prSet presAssocID="{E8541AD1-BAFD-48E0-BA37-4F97907DEFA7}" presName="bgRect" presStyleLbl="bgShp" presStyleIdx="2" presStyleCnt="4"/>
      <dgm:spPr/>
    </dgm:pt>
    <dgm:pt modelId="{BA0380EB-C3A6-4C04-8D75-03C5A82F4A32}" type="pres">
      <dgm:prSet presAssocID="{E8541AD1-BAFD-48E0-BA37-4F97907DEFA7}" presName="iconRect" presStyleLbl="node1" presStyleIdx="2" presStyleCnt="4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Magnifying glass"/>
        </a:ext>
      </dgm:extLst>
    </dgm:pt>
    <dgm:pt modelId="{8C502A81-D4DF-416F-8682-1B022789796E}" type="pres">
      <dgm:prSet presAssocID="{E8541AD1-BAFD-48E0-BA37-4F97907DEFA7}" presName="spaceRect" presStyleCnt="0"/>
      <dgm:spPr/>
    </dgm:pt>
    <dgm:pt modelId="{951C579E-BE16-46E1-AA44-CE20709E0DAD}" type="pres">
      <dgm:prSet presAssocID="{E8541AD1-BAFD-48E0-BA37-4F97907DEFA7}" presName="parTx" presStyleLbl="revTx" presStyleIdx="2" presStyleCnt="4">
        <dgm:presLayoutVars>
          <dgm:chMax val="0"/>
          <dgm:chPref val="0"/>
        </dgm:presLayoutVars>
      </dgm:prSet>
      <dgm:spPr/>
    </dgm:pt>
    <dgm:pt modelId="{A5366192-B701-49E6-8EB9-315CA488A593}" type="pres">
      <dgm:prSet presAssocID="{DB068F43-FB4A-4744-A63D-F33665AF6671}" presName="sibTrans" presStyleCnt="0"/>
      <dgm:spPr/>
    </dgm:pt>
    <dgm:pt modelId="{A1A0677E-17BC-4B10-BFF8-C321DF544978}" type="pres">
      <dgm:prSet presAssocID="{588CE1BF-B975-4689-9EC4-4B0A54F72AD1}" presName="compNode" presStyleCnt="0"/>
      <dgm:spPr/>
    </dgm:pt>
    <dgm:pt modelId="{D9B4C246-587B-469F-9824-E7BCDCA802D5}" type="pres">
      <dgm:prSet presAssocID="{588CE1BF-B975-4689-9EC4-4B0A54F72AD1}" presName="bgRect" presStyleLbl="bgShp" presStyleIdx="3" presStyleCnt="4"/>
      <dgm:spPr/>
    </dgm:pt>
    <dgm:pt modelId="{9034027E-9BE0-4733-8A46-034A5C9445BF}" type="pres">
      <dgm:prSet presAssocID="{588CE1BF-B975-4689-9EC4-4B0A54F72AD1}" presName="iconRect" presStyleLbl="node1" presStyleIdx="3" presStyleCnt="4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Gears"/>
        </a:ext>
      </dgm:extLst>
    </dgm:pt>
    <dgm:pt modelId="{A6338832-2D5B-4501-9DDD-21D6B8BFBCDB}" type="pres">
      <dgm:prSet presAssocID="{588CE1BF-B975-4689-9EC4-4B0A54F72AD1}" presName="spaceRect" presStyleCnt="0"/>
      <dgm:spPr/>
    </dgm:pt>
    <dgm:pt modelId="{D3581A25-0AC8-44BB-A5CE-D01A955ACFB7}" type="pres">
      <dgm:prSet presAssocID="{588CE1BF-B975-4689-9EC4-4B0A54F72AD1}" presName="parTx" presStyleLbl="revTx" presStyleIdx="3" presStyleCnt="4">
        <dgm:presLayoutVars>
          <dgm:chMax val="0"/>
          <dgm:chPref val="0"/>
        </dgm:presLayoutVars>
      </dgm:prSet>
      <dgm:spPr/>
    </dgm:pt>
  </dgm:ptLst>
  <dgm:cxnLst>
    <dgm:cxn modelId="{C7D26537-39B0-4892-8714-0811BCAD0E99}" type="presOf" srcId="{E8541AD1-BAFD-48E0-BA37-4F97907DEFA7}" destId="{951C579E-BE16-46E1-AA44-CE20709E0DAD}" srcOrd="0" destOrd="0" presId="urn:microsoft.com/office/officeart/2018/2/layout/IconVerticalSolidList"/>
    <dgm:cxn modelId="{89A36838-43B3-40F4-9E5C-D0E9A4DDD505}" type="presOf" srcId="{B5648A07-6E4E-431D-B87E-4FA9B9324A43}" destId="{FAB9A518-B37E-4623-8E83-61513CF3C368}" srcOrd="0" destOrd="0" presId="urn:microsoft.com/office/officeart/2018/2/layout/IconVerticalSolidList"/>
    <dgm:cxn modelId="{5CD3393A-E266-4BAA-B4D1-A250E1FDA0A5}" srcId="{B5648A07-6E4E-431D-B87E-4FA9B9324A43}" destId="{E8541AD1-BAFD-48E0-BA37-4F97907DEFA7}" srcOrd="2" destOrd="0" parTransId="{BFCF5E07-A31E-4E2B-B2F4-3A47C3985F4D}" sibTransId="{DB068F43-FB4A-4744-A63D-F33665AF6671}"/>
    <dgm:cxn modelId="{F2DBB070-A8F6-4F54-8A2C-0EC0C4A82E8C}" type="presOf" srcId="{792B5B89-3F73-4055-B88E-235ED141D8A0}" destId="{DBA18001-08A8-4D95-9DDD-FB0890CD3A1B}" srcOrd="0" destOrd="0" presId="urn:microsoft.com/office/officeart/2018/2/layout/IconVerticalSolidList"/>
    <dgm:cxn modelId="{AF1D1EA6-92C5-49D2-B9E8-528FDE22E897}" type="presOf" srcId="{588CE1BF-B975-4689-9EC4-4B0A54F72AD1}" destId="{D3581A25-0AC8-44BB-A5CE-D01A955ACFB7}" srcOrd="0" destOrd="0" presId="urn:microsoft.com/office/officeart/2018/2/layout/IconVerticalSolidList"/>
    <dgm:cxn modelId="{0AD4D6AB-300D-4D11-AE6C-786E7001D423}" srcId="{B5648A07-6E4E-431D-B87E-4FA9B9324A43}" destId="{588CE1BF-B975-4689-9EC4-4B0A54F72AD1}" srcOrd="3" destOrd="0" parTransId="{EA715525-B9A8-49B4-A040-B69E90598EE8}" sibTransId="{A69265C1-B446-471A-9C4A-AB8F6EC8B60A}"/>
    <dgm:cxn modelId="{61F0F2C3-2D7B-4075-9D81-F06D7D3118B9}" type="presOf" srcId="{1067D9D5-ADBD-48D4-95BD-DEAB10DC4200}" destId="{C560E5C4-3C0F-45A0-A913-E6B28C5ABA8C}" srcOrd="0" destOrd="0" presId="urn:microsoft.com/office/officeart/2018/2/layout/IconVerticalSolidList"/>
    <dgm:cxn modelId="{9EF476D3-B4C7-46BF-9771-EF6FC82F85D5}" srcId="{B5648A07-6E4E-431D-B87E-4FA9B9324A43}" destId="{1067D9D5-ADBD-48D4-95BD-DEAB10DC4200}" srcOrd="1" destOrd="0" parTransId="{FDDCE853-5409-494F-B65C-8BC74E2C2533}" sibTransId="{93BBF9DE-AB6D-4E9F-AB84-6F8B437297A4}"/>
    <dgm:cxn modelId="{04301DEC-D4F4-45C3-BF9C-DA4BA464BD00}" srcId="{B5648A07-6E4E-431D-B87E-4FA9B9324A43}" destId="{792B5B89-3F73-4055-B88E-235ED141D8A0}" srcOrd="0" destOrd="0" parTransId="{D7542DD9-858B-4380-B57A-37EF254F5E2D}" sibTransId="{46276079-4235-4DE3-8A67-71DFEB117161}"/>
    <dgm:cxn modelId="{C5A1EF16-82A5-47DA-BD20-3F19D5339987}" type="presParOf" srcId="{FAB9A518-B37E-4623-8E83-61513CF3C368}" destId="{ADF85F99-6ED5-4C2B-97A2-DE7851D219C9}" srcOrd="0" destOrd="0" presId="urn:microsoft.com/office/officeart/2018/2/layout/IconVerticalSolidList"/>
    <dgm:cxn modelId="{4AFDAB76-508E-4CCA-A073-EAD3D33F9C84}" type="presParOf" srcId="{ADF85F99-6ED5-4C2B-97A2-DE7851D219C9}" destId="{AF233D40-16C5-4A5C-B594-0D301BADAA34}" srcOrd="0" destOrd="0" presId="urn:microsoft.com/office/officeart/2018/2/layout/IconVerticalSolidList"/>
    <dgm:cxn modelId="{7B275271-952D-46E4-8E54-9750AE18D75C}" type="presParOf" srcId="{ADF85F99-6ED5-4C2B-97A2-DE7851D219C9}" destId="{9D8BC5B2-2876-4624-9656-CF1450D26478}" srcOrd="1" destOrd="0" presId="urn:microsoft.com/office/officeart/2018/2/layout/IconVerticalSolidList"/>
    <dgm:cxn modelId="{D5B3BCD6-573D-4CA4-BAF9-941BBDA9FD14}" type="presParOf" srcId="{ADF85F99-6ED5-4C2B-97A2-DE7851D219C9}" destId="{18A23513-AB3D-4DF2-963B-95CA0A4503A6}" srcOrd="2" destOrd="0" presId="urn:microsoft.com/office/officeart/2018/2/layout/IconVerticalSolidList"/>
    <dgm:cxn modelId="{2FCF0628-4D36-44DB-9159-D3AAA32F6920}" type="presParOf" srcId="{ADF85F99-6ED5-4C2B-97A2-DE7851D219C9}" destId="{DBA18001-08A8-4D95-9DDD-FB0890CD3A1B}" srcOrd="3" destOrd="0" presId="urn:microsoft.com/office/officeart/2018/2/layout/IconVerticalSolidList"/>
    <dgm:cxn modelId="{DE5BD5F3-AC2F-4897-A4EF-CBFF6107FF4F}" type="presParOf" srcId="{FAB9A518-B37E-4623-8E83-61513CF3C368}" destId="{1BF1B953-AD2D-4543-BB4A-D472457C76C9}" srcOrd="1" destOrd="0" presId="urn:microsoft.com/office/officeart/2018/2/layout/IconVerticalSolidList"/>
    <dgm:cxn modelId="{38109E40-8898-45E6-9073-52AED3363ADE}" type="presParOf" srcId="{FAB9A518-B37E-4623-8E83-61513CF3C368}" destId="{583A84F8-C00E-433A-94FF-787A0A492900}" srcOrd="2" destOrd="0" presId="urn:microsoft.com/office/officeart/2018/2/layout/IconVerticalSolidList"/>
    <dgm:cxn modelId="{11CA50B4-1209-49E1-BCD3-574D1AA7EE1E}" type="presParOf" srcId="{583A84F8-C00E-433A-94FF-787A0A492900}" destId="{888F56F5-B73A-4691-86B0-76DB94D690F9}" srcOrd="0" destOrd="0" presId="urn:microsoft.com/office/officeart/2018/2/layout/IconVerticalSolidList"/>
    <dgm:cxn modelId="{7579C969-77B9-43E1-9201-D449E4081140}" type="presParOf" srcId="{583A84F8-C00E-433A-94FF-787A0A492900}" destId="{D7769057-A3FE-4B8F-B2FD-B7E85D2403B5}" srcOrd="1" destOrd="0" presId="urn:microsoft.com/office/officeart/2018/2/layout/IconVerticalSolidList"/>
    <dgm:cxn modelId="{0D8C2F02-3F6E-4504-87C7-5750A8631D02}" type="presParOf" srcId="{583A84F8-C00E-433A-94FF-787A0A492900}" destId="{E53D9D41-276B-4A66-B797-D99A5BCDD8F7}" srcOrd="2" destOrd="0" presId="urn:microsoft.com/office/officeart/2018/2/layout/IconVerticalSolidList"/>
    <dgm:cxn modelId="{11CB49D6-2FEF-492D-801F-9E6409B098C8}" type="presParOf" srcId="{583A84F8-C00E-433A-94FF-787A0A492900}" destId="{C560E5C4-3C0F-45A0-A913-E6B28C5ABA8C}" srcOrd="3" destOrd="0" presId="urn:microsoft.com/office/officeart/2018/2/layout/IconVerticalSolidList"/>
    <dgm:cxn modelId="{123CDD3A-BA5F-421F-9941-F5FB78321926}" type="presParOf" srcId="{FAB9A518-B37E-4623-8E83-61513CF3C368}" destId="{143E7573-EE44-4938-898E-3CE73B513EB1}" srcOrd="3" destOrd="0" presId="urn:microsoft.com/office/officeart/2018/2/layout/IconVerticalSolidList"/>
    <dgm:cxn modelId="{DFBA330B-7EBE-4399-AC03-D3F2F6C1FBF2}" type="presParOf" srcId="{FAB9A518-B37E-4623-8E83-61513CF3C368}" destId="{29DD382A-19F4-4142-B2C0-1D41E1960BC5}" srcOrd="4" destOrd="0" presId="urn:microsoft.com/office/officeart/2018/2/layout/IconVerticalSolidList"/>
    <dgm:cxn modelId="{89533404-C4D6-4084-90E3-9042C98018EB}" type="presParOf" srcId="{29DD382A-19F4-4142-B2C0-1D41E1960BC5}" destId="{5611D321-EAFF-4E67-8F62-90A20B3340CA}" srcOrd="0" destOrd="0" presId="urn:microsoft.com/office/officeart/2018/2/layout/IconVerticalSolidList"/>
    <dgm:cxn modelId="{856EAAE2-091B-4C67-BF84-4A5D63CCB8C9}" type="presParOf" srcId="{29DD382A-19F4-4142-B2C0-1D41E1960BC5}" destId="{BA0380EB-C3A6-4C04-8D75-03C5A82F4A32}" srcOrd="1" destOrd="0" presId="urn:microsoft.com/office/officeart/2018/2/layout/IconVerticalSolidList"/>
    <dgm:cxn modelId="{2E7D4B30-33F4-49A7-A7C6-238C4BB6079F}" type="presParOf" srcId="{29DD382A-19F4-4142-B2C0-1D41E1960BC5}" destId="{8C502A81-D4DF-416F-8682-1B022789796E}" srcOrd="2" destOrd="0" presId="urn:microsoft.com/office/officeart/2018/2/layout/IconVerticalSolidList"/>
    <dgm:cxn modelId="{167E8339-DAC0-4DF1-ADD4-A10EF5B84F4D}" type="presParOf" srcId="{29DD382A-19F4-4142-B2C0-1D41E1960BC5}" destId="{951C579E-BE16-46E1-AA44-CE20709E0DAD}" srcOrd="3" destOrd="0" presId="urn:microsoft.com/office/officeart/2018/2/layout/IconVerticalSolidList"/>
    <dgm:cxn modelId="{D55B1C8C-6C24-49ED-A975-01B317CB1FB3}" type="presParOf" srcId="{FAB9A518-B37E-4623-8E83-61513CF3C368}" destId="{A5366192-B701-49E6-8EB9-315CA488A593}" srcOrd="5" destOrd="0" presId="urn:microsoft.com/office/officeart/2018/2/layout/IconVerticalSolidList"/>
    <dgm:cxn modelId="{6BE7356E-4B1E-46EC-B739-2524A8A3496F}" type="presParOf" srcId="{FAB9A518-B37E-4623-8E83-61513CF3C368}" destId="{A1A0677E-17BC-4B10-BFF8-C321DF544978}" srcOrd="6" destOrd="0" presId="urn:microsoft.com/office/officeart/2018/2/layout/IconVerticalSolidList"/>
    <dgm:cxn modelId="{6EDE8BD2-4E9E-4457-933C-DB9F0417BEDA}" type="presParOf" srcId="{A1A0677E-17BC-4B10-BFF8-C321DF544978}" destId="{D9B4C246-587B-469F-9824-E7BCDCA802D5}" srcOrd="0" destOrd="0" presId="urn:microsoft.com/office/officeart/2018/2/layout/IconVerticalSolidList"/>
    <dgm:cxn modelId="{600634DE-ED6D-4892-8A8C-7511DA9E7840}" type="presParOf" srcId="{A1A0677E-17BC-4B10-BFF8-C321DF544978}" destId="{9034027E-9BE0-4733-8A46-034A5C9445BF}" srcOrd="1" destOrd="0" presId="urn:microsoft.com/office/officeart/2018/2/layout/IconVerticalSolidList"/>
    <dgm:cxn modelId="{538675E1-5A42-407E-8B4A-F2CCB38D0944}" type="presParOf" srcId="{A1A0677E-17BC-4B10-BFF8-C321DF544978}" destId="{A6338832-2D5B-4501-9DDD-21D6B8BFBCDB}" srcOrd="2" destOrd="0" presId="urn:microsoft.com/office/officeart/2018/2/layout/IconVerticalSolidList"/>
    <dgm:cxn modelId="{319F011E-D40A-4406-A9A5-8322E96F53D4}" type="presParOf" srcId="{A1A0677E-17BC-4B10-BFF8-C321DF544978}" destId="{D3581A25-0AC8-44BB-A5CE-D01A955ACFB7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2ECE7D5-9879-4719-B3CF-9150541CA47A}">
      <dsp:nvSpPr>
        <dsp:cNvPr id="0" name=""/>
        <dsp:cNvSpPr/>
      </dsp:nvSpPr>
      <dsp:spPr>
        <a:xfrm>
          <a:off x="84318" y="1268732"/>
          <a:ext cx="2227729" cy="1276881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2860" tIns="22860" rIns="22860" bIns="162760" numCol="1" spcCol="1270" anchor="ctr" anchorCtr="0">
          <a:noAutofit/>
        </a:bodyPr>
        <a:lstStyle/>
        <a:p>
          <a:pPr marL="0" lvl="0" indent="0" algn="ctr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600" kern="1200">
              <a:latin typeface="Trebuchet MS" panose="020B0603020202020204"/>
            </a:rPr>
            <a:t>Daniel</a:t>
          </a:r>
          <a:r>
            <a:rPr lang="en-US" sz="3600" kern="1200"/>
            <a:t> Lindsey</a:t>
          </a:r>
        </a:p>
      </dsp:txBody>
      <dsp:txXfrm>
        <a:off x="84318" y="1268732"/>
        <a:ext cx="2227729" cy="1276881"/>
      </dsp:txXfrm>
    </dsp:sp>
    <dsp:sp modelId="{CBC38FE9-2AE6-4B3D-95E2-25E9E8CC8A8C}">
      <dsp:nvSpPr>
        <dsp:cNvPr id="0" name=""/>
        <dsp:cNvSpPr/>
      </dsp:nvSpPr>
      <dsp:spPr>
        <a:xfrm>
          <a:off x="699383" y="2340583"/>
          <a:ext cx="2004956" cy="384473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3340" tIns="13335" rIns="53340" bIns="13335" numCol="1" spcCol="1270" anchor="ctr" anchorCtr="0">
          <a:noAutofit/>
        </a:bodyPr>
        <a:lstStyle/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kern="1200"/>
            <a:t>Team Leader</a:t>
          </a:r>
        </a:p>
      </dsp:txBody>
      <dsp:txXfrm>
        <a:off x="699383" y="2340583"/>
        <a:ext cx="2004956" cy="384473"/>
      </dsp:txXfrm>
    </dsp:sp>
    <dsp:sp modelId="{2842DF44-8AA6-4CA2-A985-F1FC0ADF9D38}">
      <dsp:nvSpPr>
        <dsp:cNvPr id="0" name=""/>
        <dsp:cNvSpPr/>
      </dsp:nvSpPr>
      <dsp:spPr>
        <a:xfrm>
          <a:off x="3073082" y="1268732"/>
          <a:ext cx="2227729" cy="1153419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2860" tIns="22860" rIns="22860" bIns="162760" numCol="1" spcCol="1270" anchor="ctr" anchorCtr="0">
          <a:noAutofit/>
        </a:bodyPr>
        <a:lstStyle/>
        <a:p>
          <a:pPr marL="0" lvl="0" indent="0" algn="ctr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600" kern="1200"/>
            <a:t>Chase </a:t>
          </a:r>
          <a:r>
            <a:rPr lang="en-US" sz="3600" kern="1200">
              <a:latin typeface="Trebuchet MS" panose="020B0603020202020204"/>
            </a:rPr>
            <a:t>Keller</a:t>
          </a:r>
          <a:endParaRPr lang="en-US" sz="3600" kern="1200"/>
        </a:p>
      </dsp:txBody>
      <dsp:txXfrm>
        <a:off x="3073082" y="1268732"/>
        <a:ext cx="2227729" cy="1153419"/>
      </dsp:txXfrm>
    </dsp:sp>
    <dsp:sp modelId="{DF68B9A0-7CA0-4A09-9E4D-95EB908D28E8}">
      <dsp:nvSpPr>
        <dsp:cNvPr id="0" name=""/>
        <dsp:cNvSpPr/>
      </dsp:nvSpPr>
      <dsp:spPr>
        <a:xfrm>
          <a:off x="3688147" y="2278852"/>
          <a:ext cx="2004956" cy="384473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3340" tIns="13335" rIns="53340" bIns="13335" numCol="1" spcCol="1270" anchor="ctr" anchorCtr="0">
          <a:noAutofit/>
        </a:bodyPr>
        <a:lstStyle/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kern="1200"/>
            <a:t>Fact Checker</a:t>
          </a:r>
        </a:p>
      </dsp:txBody>
      <dsp:txXfrm>
        <a:off x="3688147" y="2278852"/>
        <a:ext cx="2004956" cy="384473"/>
      </dsp:txXfrm>
    </dsp:sp>
    <dsp:sp modelId="{922D8D7B-6D86-45F0-9E30-2C6EA1EE4F3E}">
      <dsp:nvSpPr>
        <dsp:cNvPr id="0" name=""/>
        <dsp:cNvSpPr/>
      </dsp:nvSpPr>
      <dsp:spPr>
        <a:xfrm>
          <a:off x="6061847" y="1268732"/>
          <a:ext cx="2227729" cy="1153419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2860" tIns="22860" rIns="22860" bIns="162760" numCol="1" spcCol="1270" anchor="ctr" anchorCtr="0">
          <a:noAutofit/>
        </a:bodyPr>
        <a:lstStyle/>
        <a:p>
          <a:pPr marL="0" lvl="0" indent="0" algn="ctr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600" kern="1200"/>
            <a:t>Long Nguyen</a:t>
          </a:r>
        </a:p>
      </dsp:txBody>
      <dsp:txXfrm>
        <a:off x="6061847" y="1268732"/>
        <a:ext cx="2227729" cy="1153419"/>
      </dsp:txXfrm>
    </dsp:sp>
    <dsp:sp modelId="{355161F5-46F3-40D5-B309-2A4248F80494}">
      <dsp:nvSpPr>
        <dsp:cNvPr id="0" name=""/>
        <dsp:cNvSpPr/>
      </dsp:nvSpPr>
      <dsp:spPr>
        <a:xfrm>
          <a:off x="6591711" y="2278852"/>
          <a:ext cx="2004956" cy="384473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3340" tIns="13335" rIns="53340" bIns="13335" numCol="1" spcCol="1270" anchor="ctr" anchorCtr="0">
          <a:noAutofit/>
        </a:bodyPr>
        <a:lstStyle/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kern="1200"/>
            <a:t>Query Analysis</a:t>
          </a:r>
        </a:p>
      </dsp:txBody>
      <dsp:txXfrm>
        <a:off x="6591711" y="2278852"/>
        <a:ext cx="2004956" cy="384473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AF233D40-16C5-4A5C-B594-0D301BADAA34}">
      <dsp:nvSpPr>
        <dsp:cNvPr id="0" name=""/>
        <dsp:cNvSpPr/>
      </dsp:nvSpPr>
      <dsp:spPr>
        <a:xfrm>
          <a:off x="0" y="2001"/>
          <a:ext cx="6692813" cy="1014565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9D8BC5B2-2876-4624-9656-CF1450D26478}">
      <dsp:nvSpPr>
        <dsp:cNvPr id="0" name=""/>
        <dsp:cNvSpPr/>
      </dsp:nvSpPr>
      <dsp:spPr>
        <a:xfrm>
          <a:off x="306906" y="230279"/>
          <a:ext cx="558011" cy="558011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BA18001-08A8-4D95-9DDD-FB0890CD3A1B}">
      <dsp:nvSpPr>
        <dsp:cNvPr id="0" name=""/>
        <dsp:cNvSpPr/>
      </dsp:nvSpPr>
      <dsp:spPr>
        <a:xfrm>
          <a:off x="1171823" y="2001"/>
          <a:ext cx="5520990" cy="101456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7375" tIns="107375" rIns="107375" bIns="107375" numCol="1" spcCol="1270" anchor="ctr" anchorCtr="0">
          <a:noAutofit/>
        </a:bodyPr>
        <a:lstStyle/>
        <a:p>
          <a:pPr marL="0" lvl="0" indent="0" algn="l" defTabSz="9779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/>
            <a:t>Better understanding of query composition</a:t>
          </a:r>
        </a:p>
      </dsp:txBody>
      <dsp:txXfrm>
        <a:off x="1171823" y="2001"/>
        <a:ext cx="5520990" cy="1014565"/>
      </dsp:txXfrm>
    </dsp:sp>
    <dsp:sp modelId="{888F56F5-B73A-4691-86B0-76DB94D690F9}">
      <dsp:nvSpPr>
        <dsp:cNvPr id="0" name=""/>
        <dsp:cNvSpPr/>
      </dsp:nvSpPr>
      <dsp:spPr>
        <a:xfrm>
          <a:off x="0" y="1270208"/>
          <a:ext cx="6692813" cy="1014565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D7769057-A3FE-4B8F-B2FD-B7E85D2403B5}">
      <dsp:nvSpPr>
        <dsp:cNvPr id="0" name=""/>
        <dsp:cNvSpPr/>
      </dsp:nvSpPr>
      <dsp:spPr>
        <a:xfrm>
          <a:off x="306906" y="1498486"/>
          <a:ext cx="558011" cy="558011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9050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560E5C4-3C0F-45A0-A913-E6B28C5ABA8C}">
      <dsp:nvSpPr>
        <dsp:cNvPr id="0" name=""/>
        <dsp:cNvSpPr/>
      </dsp:nvSpPr>
      <dsp:spPr>
        <a:xfrm>
          <a:off x="1171823" y="1270208"/>
          <a:ext cx="5520990" cy="101456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7375" tIns="107375" rIns="107375" bIns="107375" numCol="1" spcCol="1270" anchor="ctr" anchorCtr="0">
          <a:noAutofit/>
        </a:bodyPr>
        <a:lstStyle/>
        <a:p>
          <a:pPr marL="0" lvl="0" indent="0" algn="l" defTabSz="9779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/>
            <a:t>Experience operating with large datasets</a:t>
          </a:r>
        </a:p>
      </dsp:txBody>
      <dsp:txXfrm>
        <a:off x="1171823" y="1270208"/>
        <a:ext cx="5520990" cy="1014565"/>
      </dsp:txXfrm>
    </dsp:sp>
    <dsp:sp modelId="{5611D321-EAFF-4E67-8F62-90A20B3340CA}">
      <dsp:nvSpPr>
        <dsp:cNvPr id="0" name=""/>
        <dsp:cNvSpPr/>
      </dsp:nvSpPr>
      <dsp:spPr>
        <a:xfrm>
          <a:off x="0" y="2538415"/>
          <a:ext cx="6692813" cy="1014565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BA0380EB-C3A6-4C04-8D75-03C5A82F4A32}">
      <dsp:nvSpPr>
        <dsp:cNvPr id="0" name=""/>
        <dsp:cNvSpPr/>
      </dsp:nvSpPr>
      <dsp:spPr>
        <a:xfrm>
          <a:off x="306906" y="2766692"/>
          <a:ext cx="558011" cy="558011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9050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51C579E-BE16-46E1-AA44-CE20709E0DAD}">
      <dsp:nvSpPr>
        <dsp:cNvPr id="0" name=""/>
        <dsp:cNvSpPr/>
      </dsp:nvSpPr>
      <dsp:spPr>
        <a:xfrm>
          <a:off x="1171823" y="2538415"/>
          <a:ext cx="5520990" cy="101456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7375" tIns="107375" rIns="107375" bIns="107375" numCol="1" spcCol="1270" anchor="ctr" anchorCtr="0">
          <a:noAutofit/>
        </a:bodyPr>
        <a:lstStyle/>
        <a:p>
          <a:pPr marL="0" lvl="0" indent="0" algn="l" defTabSz="9779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/>
            <a:t>Confirmation of previous research</a:t>
          </a:r>
        </a:p>
      </dsp:txBody>
      <dsp:txXfrm>
        <a:off x="1171823" y="2538415"/>
        <a:ext cx="5520990" cy="1014565"/>
      </dsp:txXfrm>
    </dsp:sp>
    <dsp:sp modelId="{D9B4C246-587B-469F-9824-E7BCDCA802D5}">
      <dsp:nvSpPr>
        <dsp:cNvPr id="0" name=""/>
        <dsp:cNvSpPr/>
      </dsp:nvSpPr>
      <dsp:spPr>
        <a:xfrm>
          <a:off x="0" y="3806622"/>
          <a:ext cx="6692813" cy="1014565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9034027E-9BE0-4733-8A46-034A5C9445BF}">
      <dsp:nvSpPr>
        <dsp:cNvPr id="0" name=""/>
        <dsp:cNvSpPr/>
      </dsp:nvSpPr>
      <dsp:spPr>
        <a:xfrm>
          <a:off x="306906" y="4034899"/>
          <a:ext cx="558011" cy="558011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19050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3581A25-0AC8-44BB-A5CE-D01A955ACFB7}">
      <dsp:nvSpPr>
        <dsp:cNvPr id="0" name=""/>
        <dsp:cNvSpPr/>
      </dsp:nvSpPr>
      <dsp:spPr>
        <a:xfrm>
          <a:off x="1171823" y="3806622"/>
          <a:ext cx="5520990" cy="101456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7375" tIns="107375" rIns="107375" bIns="107375" numCol="1" spcCol="1270" anchor="ctr" anchorCtr="0">
          <a:noAutofit/>
        </a:bodyPr>
        <a:lstStyle/>
        <a:p>
          <a:pPr marL="0" lvl="0" indent="0" algn="l" defTabSz="9779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/>
            <a:t>Potentially improve efficiency through alogrithmic modifications</a:t>
          </a:r>
        </a:p>
      </dsp:txBody>
      <dsp:txXfrm>
        <a:off x="1171823" y="3806622"/>
        <a:ext cx="5520990" cy="1014565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8/layout/NameandTitleOrganizationalChart">
  <dgm:title val=""/>
  <dgm:desc val=""/>
  <dgm:catLst>
    <dgm:cat type="hierarchy" pri="1250"/>
  </dgm:catLst>
  <dgm:sampData>
    <dgm:dataModel>
      <dgm:ptLst>
        <dgm:pt modelId="0" type="doc"/>
        <dgm:pt modelId="1">
          <dgm:prSet phldr="1"/>
        </dgm:pt>
        <dgm:pt modelId="2" type="asst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5" srcId="0" destId="1" srcOrd="0" destOrd="0"/>
        <dgm:cxn modelId="6" srcId="1" destId="2" srcOrd="0" destOrd="0"/>
        <dgm:cxn modelId="7" srcId="1" destId="3" srcOrd="1" destOrd="0"/>
        <dgm:cxn modelId="8" srcId="1" destId="4" srcOrd="2" destOrd="0"/>
        <dgm:cxn modelId="9" srcId="1" destId="5" srcOrd="3" destOrd="0"/>
      </dgm:cxnLst>
      <dgm:bg/>
      <dgm:whole/>
    </dgm:dataModel>
  </dgm:sampData>
  <dgm:styleData>
    <dgm:dataModel>
      <dgm:ptLst>
        <dgm:pt modelId="0" type="doc"/>
        <dgm:pt modelId="1"/>
        <dgm:pt modelId="12"/>
        <dgm:pt modelId="13"/>
      </dgm:ptLst>
      <dgm:cxnLst>
        <dgm:cxn modelId="2" srcId="0" destId="1" srcOrd="0" destOrd="0"/>
        <dgm:cxn modelId="16" srcId="1" destId="12" srcOrd="1" destOrd="0"/>
        <dgm:cxn modelId="17" srcId="1" destId="13" srcOrd="2" destOrd="0"/>
      </dgm:cxnLst>
      <dgm:bg/>
      <dgm:whole/>
    </dgm:dataModel>
  </dgm:styleData>
  <dgm:clrData>
    <dgm:dataModel>
      <dgm:ptLst>
        <dgm:pt modelId="0" type="doc"/>
        <dgm:pt modelId="1"/>
        <dgm:pt modelId="11" type="asst"/>
        <dgm:pt modelId="12"/>
        <dgm:pt modelId="13"/>
        <dgm:pt modelId="14"/>
      </dgm:ptLst>
      <dgm:cxnLst>
        <dgm:cxn modelId="2" srcId="0" destId="1" srcOrd="0" destOrd="0"/>
        <dgm:cxn modelId="15" srcId="1" destId="11" srcOrd="0" destOrd="0"/>
        <dgm:cxn modelId="16" srcId="1" destId="12" srcOrd="1" destOrd="0"/>
        <dgm:cxn modelId="17" srcId="1" destId="13" srcOrd="2" destOrd="0"/>
        <dgm:cxn modelId="18" srcId="1" destId="14" srcOrd="2" destOrd="0"/>
      </dgm:cxnLst>
      <dgm:bg/>
      <dgm:whole/>
    </dgm:dataModel>
  </dgm:clrData>
  <dgm:layoutNode name="hierChild1">
    <dgm:varLst>
      <dgm:orgChart val="1"/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des" forName="rootComposite1" refType="w" fact="10"/>
      <dgm:constr type="h" for="des" forName="rootComposite1" refType="w" refFor="des" refForName="rootComposite1" fact="0.5"/>
      <dgm:constr type="w" for="des" forName="rootComposite" refType="w" fact="10"/>
      <dgm:constr type="h" for="des" forName="rootComposite" refType="w" refFor="des" refForName="rootComposite1" fact="0.5"/>
      <dgm:constr type="w" for="des" forName="rootComposite3" refType="w" fact="10"/>
      <dgm:constr type="h" for="des" forName="rootComposite3" refType="w" refFor="des" refForName="rootComposite1" fact="0.5"/>
      <dgm:constr type="primFontSz" for="des" ptType="node" op="equ"/>
      <dgm:constr type="sp" for="des" op="equ"/>
      <dgm:constr type="sp" for="des" forName="hierRoot1" refType="w" refFor="des" refForName="rootComposite1" fact="0.21"/>
      <dgm:constr type="sp" for="des" forName="hierRoot2" refType="sp" refFor="des" refForName="hierRoot1"/>
      <dgm:constr type="sp" for="des" forName="hierRoot3" refType="sp" refFor="des" refForName="hierRoot1"/>
      <dgm:constr type="sibSp" refType="w" refFor="des" refForName="rootComposite1" fact="0.21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ibSp" for="des" forName="hierChild7" refType="sibSp"/>
      <dgm:constr type="secSibSp" refType="w" refFor="des" refForName="rootComposite1" fact="0.21"/>
      <dgm:constr type="secSibSp" for="des" forName="hierChild2" refType="secSibSp"/>
      <dgm:constr type="secSibSp" for="des" forName="hierChild3" refType="secSibSp"/>
      <dgm:constr type="secSibSp" for="des" forName="hierChild4" refType="secSibSp"/>
      <dgm:constr type="secSibSp" for="des" forName="hierChild5" refType="secSibSp"/>
      <dgm:constr type="secSibSp" for="des" forName="hierChild6" refType="secSibSp"/>
      <dgm:constr type="secSibSp" for="des" forName="hierChild7" refType="secSibSp"/>
    </dgm:constrLst>
    <dgm:ruleLst/>
    <dgm:forEach name="Name3" axis="ch">
      <dgm:forEach name="Name4" axis="self" ptType="node">
        <dgm:layoutNode name="hierRoot1">
          <dgm:varLst>
            <dgm:hierBranch val="init"/>
          </dgm:varLst>
          <dgm:choose name="Name5">
            <dgm:if name="Name6" func="var" arg="hierBranch" op="equ" val="l">
              <dgm:choose name="Name7">
                <dgm:if name="Name8" axis="ch" ptType="asst" func="cnt" op="gte" val="1">
                  <dgm:alg type="hierRoot">
                    <dgm:param type="hierAlign" val="tR"/>
                  </dgm:alg>
                  <dgm:constrLst>
                    <dgm:constr type="alignOff" val="0.65"/>
                  </dgm:constrLst>
                </dgm:if>
                <dgm:else name="Name9">
                  <dgm:alg type="hierRoot">
                    <dgm:param type="hierAlign" val="tR"/>
                  </dgm:alg>
                  <dgm:constrLst>
                    <dgm:constr type="alignOff" val="0.25"/>
                  </dgm:constrLst>
                </dgm:else>
              </dgm:choose>
            </dgm:if>
            <dgm:if name="Name10" func="var" arg="hierBranch" op="equ" val="r">
              <dgm:choose name="Name11">
                <dgm:if name="Name12" axis="ch" ptType="asst" func="cnt" op="gte" val="1">
                  <dgm:alg type="hierRoot">
                    <dgm:param type="hierAlign" val="tL"/>
                  </dgm:alg>
                  <dgm:constrLst>
                    <dgm:constr type="alignOff" val="0.65"/>
                  </dgm:constrLst>
                </dgm:if>
                <dgm:else name="Name13">
                  <dgm:alg type="hierRoot">
                    <dgm:param type="hierAlign" val="tL"/>
                  </dgm:alg>
                  <dgm:constrLst>
                    <dgm:constr type="alignOff" val="0.25"/>
                  </dgm:constrLst>
                </dgm:else>
              </dgm:choose>
            </dgm:if>
            <dgm:if name="Name14" func="var" arg="hierBranch" op="equ" val="hang">
              <dgm:alg type="hierRoot"/>
              <dgm:constrLst>
                <dgm:constr type="alignOff" val="0.65"/>
              </dgm:constrLst>
            </dgm:if>
            <dgm:else name="Name15">
              <dgm:alg type="hierRoot"/>
              <dgm:constrLst>
                <dgm:constr type="alignOff"/>
                <dgm:constr type="bendDist" for="des" ptType="parTrans" refType="sp" fact="0.5"/>
              </dgm:constrLst>
            </dgm:else>
          </dgm:choose>
          <dgm:shape xmlns:r="http://schemas.openxmlformats.org/officeDocument/2006/relationships" r:blip="">
            <dgm:adjLst/>
          </dgm:shape>
          <dgm:presOf/>
          <dgm:ruleLst/>
          <dgm:layoutNode name="rootComposite1">
            <dgm:alg type="composite"/>
            <dgm:shape xmlns:r="http://schemas.openxmlformats.org/officeDocument/2006/relationships" r:blip="">
              <dgm:adjLst/>
            </dgm:shape>
            <dgm:presOf axis="self" ptType="node" cnt="1"/>
            <dgm:choose name="Name16">
              <dgm:if name="Name17" func="var" arg="hierBranch" op="equ" val="init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 fact="0.9"/>
                  <dgm:constr type="l" for="ch" forName="titleText1" refType="w" fact="0.2"/>
                  <dgm:constr type="t" for="ch" forName="titleText1" refType="h" fact="0.7"/>
                  <dgm:constr type="w" for="ch" forName="titleText1" refType="w" fact="0.9"/>
                  <dgm:constr type="h" for="ch" forName="titleText1" refType="h" fact="0.3"/>
                  <dgm:constr type="primFontSz" for="des" forName="titleText1" refType="primFontSz" refFor="des" refForName="rootText1" op="lte"/>
                  <dgm:constr type="l" for="ch" forName="rootConnector1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if name="Name18" func="var" arg="hierBranch" op="equ" val="l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 fact="0.9"/>
                  <dgm:constr type="l" for="ch" forName="titleText1" refType="w" fact="0.2"/>
                  <dgm:constr type="t" for="ch" forName="titleText1" refType="h" fact="0.7"/>
                  <dgm:constr type="w" for="ch" forName="titleText1" refType="w" fact="0.9"/>
                  <dgm:constr type="h" for="ch" forName="titleText1" refType="h" fact="0.3"/>
                  <dgm:constr type="primFontSz" for="des" forName="titleText1" refType="primFontSz" refFor="des" refForName="rootText1" op="lte"/>
                  <dgm:constr type="r" for="ch" forName="rootConnector1" refType="w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if name="Name19" func="var" arg="hierBranch" op="equ" val="r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 fact="0.9"/>
                  <dgm:constr type="l" for="ch" forName="titleText1" refType="w" fact="0.2"/>
                  <dgm:constr type="t" for="ch" forName="titleText1" refType="h" fact="0.7"/>
                  <dgm:constr type="w" for="ch" forName="titleText1" refType="w" fact="0.9"/>
                  <dgm:constr type="h" for="ch" forName="titleText1" refType="h" fact="0.3"/>
                  <dgm:constr type="primFontSz" for="des" forName="titleText1" refType="primFontSz" refFor="des" refForName="rootText1" op="lte"/>
                  <dgm:constr type="l" for="ch" forName="rootConnector1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else name="Name20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 fact="0.9"/>
                  <dgm:constr type="l" for="ch" forName="titleText1" refType="w" fact="0.2"/>
                  <dgm:constr type="t" for="ch" forName="titleText1" refType="h" fact="0.7"/>
                  <dgm:constr type="w" for="ch" forName="titleText1" refType="w" fact="0.9"/>
                  <dgm:constr type="h" for="ch" forName="titleText1" refType="h" fact="0.3"/>
                  <dgm:constr type="primFontSz" for="des" forName="titleText1" refType="primFontSz" refFor="des" refForName="rootText1" op="lte"/>
                  <dgm:constr type="r" for="ch" forName="rootConnector1" refType="w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else>
            </dgm:choose>
            <dgm:ruleLst/>
            <dgm:layoutNode name="rootText1" styleLbl="node0">
              <dgm:varLst>
                <dgm:chMax/>
                <dgm:chPref val="3"/>
              </dgm:varLst>
              <dgm:alg type="tx"/>
              <dgm:shape xmlns:r="http://schemas.openxmlformats.org/officeDocument/2006/relationships" type="rect" r:blip="">
                <dgm:adjLst/>
              </dgm:shape>
              <dgm:presOf axis="self" ptType="node" cnt="1"/>
              <dgm:constrLst>
                <dgm:constr type="primFontSz" val="65"/>
                <dgm:constr type="lMarg" refType="primFontSz" fact="0.05"/>
                <dgm:constr type="rMarg" refType="primFontSz" fact="0.05"/>
                <dgm:constr type="tMarg" refType="primFontSz" fact="0.05"/>
                <dgm:constr type="bMarg" refType="h" fact="0.4"/>
              </dgm:constrLst>
              <dgm:ruleLst>
                <dgm:rule type="primFontSz" val="5" fact="NaN" max="NaN"/>
              </dgm:ruleLst>
            </dgm:layoutNode>
            <dgm:layoutNode name="titleText1" styleLbl="fgAcc0">
              <dgm:varLst>
                <dgm:chMax val="0"/>
                <dgm:chPref val="0"/>
              </dgm:varLst>
              <dgm:alg type="tx">
                <dgm:param type="parTxLTRAlign" val="r"/>
              </dgm:alg>
              <dgm:shape xmlns:r="http://schemas.openxmlformats.org/officeDocument/2006/relationships" type="rect" r:blip="">
                <dgm:adjLst/>
              </dgm:shape>
              <dgm:presOf axis="followSib" ptType="sibTrans" hideLastTrans="0" cnt="1"/>
              <dgm:constrLst>
                <dgm:constr type="primFontSz" val="65"/>
                <dgm:constr type="lMarg" refType="primFontSz" fact="0.2"/>
                <dgm:constr type="rMarg" refType="primFontSz" fact="0.2"/>
                <dgm:constr type="tMarg" refType="primFontSz" fact="0.05"/>
                <dgm:constr type="bMarg" refType="primFontSz" fact="0.05"/>
              </dgm:constrLst>
              <dgm:ruleLst>
                <dgm:rule type="primFontSz" val="5" fact="NaN" max="NaN"/>
              </dgm:ruleLst>
            </dgm:layoutNode>
            <dgm:layoutNode name="rootConnector1" moveWith="rootText1">
              <dgm:alg type="sp"/>
              <dgm:shape xmlns:r="http://schemas.openxmlformats.org/officeDocument/2006/relationships" type="rect" r:blip="" hideGeom="1">
                <dgm:adjLst/>
              </dgm:shape>
              <dgm:presOf axis="self" ptType="node" cnt="1"/>
              <dgm:constrLst/>
              <dgm:ruleLst/>
            </dgm:layoutNode>
          </dgm:layoutNode>
          <dgm:layoutNode name="hierChild2">
            <dgm:choose name="Name21">
              <dgm:if name="Name22" func="var" arg="hierBranch" op="equ" val="l">
                <dgm:alg type="hierChild">
                  <dgm:param type="chAlign" val="r"/>
                  <dgm:param type="linDir" val="fromT"/>
                </dgm:alg>
              </dgm:if>
              <dgm:if name="Name23" func="var" arg="hierBranch" op="equ" val="r">
                <dgm:alg type="hierChild">
                  <dgm:param type="chAlign" val="l"/>
                  <dgm:param type="linDir" val="fromT"/>
                </dgm:alg>
              </dgm:if>
              <dgm:if name="Name24" func="var" arg="hierBranch" op="equ" val="hang">
                <dgm:choose name="Name25">
                  <dgm:if name="Name26" func="var" arg="dir" op="equ" val="norm">
                    <dgm:alg type="hierChild">
                      <dgm:param type="chAlign" val="l"/>
                      <dgm:param type="linDir" val="fromL"/>
                      <dgm:param type="secChAlign" val="t"/>
                      <dgm:param type="secLinDir" val="fromT"/>
                    </dgm:alg>
                  </dgm:if>
                  <dgm:else name="Name27">
                    <dgm:alg type="hierChild">
                      <dgm:param type="chAlign" val="l"/>
                      <dgm:param type="linDir" val="fromR"/>
                      <dgm:param type="secChAlign" val="t"/>
                      <dgm:param type="secLinDir" val="fromT"/>
                    </dgm:alg>
                  </dgm:else>
                </dgm:choose>
              </dgm:if>
              <dgm:else name="Name28">
                <dgm:choose name="Name29">
                  <dgm:if name="Name30" func="var" arg="dir" op="equ" val="norm">
                    <dgm:alg type="hierChild"/>
                  </dgm:if>
                  <dgm:else name="Name31">
                    <dgm:alg type="hierChild">
                      <dgm:param type="linDir" val="fromR"/>
                    </dgm:alg>
                  </dgm:else>
                </dgm:choose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rep2a" axis="ch" ptType="nonAsst">
              <dgm:forEach name="Name32" axis="precedSib" ptType="parTrans" st="-1" cnt="1">
                <dgm:choose name="Name33">
                  <dgm:if name="Name34" func="var" arg="hierBranch" op="equ" val="std">
                    <dgm:layoutNode name="Name35">
                      <dgm:alg type="conn">
                        <dgm:param type="connRout" val="bend"/>
                        <dgm:param type="dim" val="1D"/>
                        <dgm:param type="endSty" val="noArr"/>
                        <dgm:param type="begPts" val="bCtr"/>
                        <dgm:param type="endPts" val="tCtr"/>
                        <dgm:param type="bendPt" val="end"/>
                      </dgm:alg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if name="Name36" func="var" arg="hierBranch" op="equ" val="init">
                    <dgm:layoutNode name="Name37">
                      <dgm:choose name="Name38">
                        <dgm:if name="Name39" axis="self" func="depth" op="lte" val="2">
                          <dgm:alg type="conn">
                            <dgm:param type="connRout" val="bend"/>
                            <dgm:param type="dim" val="1D"/>
                            <dgm:param type="endSty" val="noArr"/>
                            <dgm:param type="begPts" val="bCtr"/>
                            <dgm:param type="endPts" val="tCtr"/>
                            <dgm:param type="bendPt" val="end"/>
                          </dgm:alg>
                        </dgm:if>
                        <dgm:else name="Name40">
                          <dgm:alg type="conn">
                            <dgm:param type="connRout" val="bend"/>
                            <dgm:param type="dim" val="1D"/>
                            <dgm:param type="endSty" val="noArr"/>
                            <dgm:param type="begPts" val="bCtr"/>
                            <dgm:param type="endPts" val="tCtr"/>
                            <dgm:param type="bendPt" val="end"/>
                          </dgm:alg>
                        </dgm:else>
                      </dgm:choose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if name="Name41" func="var" arg="hierBranch" op="equ" val="hang">
                    <dgm:layoutNode name="Name42">
                      <dgm:alg type="conn">
                        <dgm:param type="connRout" val="bend"/>
                        <dgm:param type="dim" val="1D"/>
                        <dgm:param type="endSty" val="noArr"/>
                        <dgm:param type="begPts" val="bCtr"/>
                        <dgm:param type="endPts" val="midL midR"/>
                      </dgm:alg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else name="Name43">
                    <dgm:layoutNode name="Name44">
                      <dgm:choose name="Name45">
                        <dgm:if name="Name46" axis="self" func="depth" op="lte" val="2">
                          <dgm:choose name="Name47">
                            <dgm:if name="Name48" axis="par ch" ptType="node asst" func="cnt" op="gte" val="1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</dgm:alg>
                            </dgm:if>
                            <dgm:else name="Name49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  <dgm:param type="srcNode" val="rootConnector1"/>
                              </dgm:alg>
                            </dgm:else>
                          </dgm:choose>
                        </dgm:if>
                        <dgm:else name="Name50">
                          <dgm:choose name="Name51">
                            <dgm:if name="Name52" axis="par ch" ptType="node asst" func="cnt" op="gte" val="1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</dgm:alg>
                            </dgm:if>
                            <dgm:else name="Name53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  <dgm:param type="srcNode" val="rootConnector"/>
                              </dgm:alg>
                            </dgm:else>
                          </dgm:choose>
                        </dgm:else>
                      </dgm:choose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else>
                </dgm:choose>
              </dgm:forEach>
              <dgm:layoutNode name="hierRoot2">
                <dgm:varLst>
                  <dgm:hierBranch val="init"/>
                </dgm:varLst>
                <dgm:choose name="Name54">
                  <dgm:if name="Name55" func="var" arg="hierBranch" op="equ" val="l">
                    <dgm:choose name="Name56">
                      <dgm:if name="Name57" axis="ch" ptType="asst" func="cnt" op="gte" val="1">
                        <dgm:alg type="hierRoot">
                          <dgm:param type="hierAlign" val="tR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65"/>
                        </dgm:constrLst>
                      </dgm:if>
                      <dgm:else name="Name58">
                        <dgm:alg type="hierRoot">
                          <dgm:param type="hierAlign" val="tR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25"/>
                        </dgm:constrLst>
                      </dgm:else>
                    </dgm:choose>
                  </dgm:if>
                  <dgm:if name="Name59" func="var" arg="hierBranch" op="equ" val="r">
                    <dgm:choose name="Name60">
                      <dgm:if name="Name61" axis="ch" ptType="asst" func="cnt" op="gte" val="1">
                        <dgm:alg type="hierRoot">
                          <dgm:param type="hierAlign" val="tL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65"/>
                        </dgm:constrLst>
                      </dgm:if>
                      <dgm:else name="Name62">
                        <dgm:alg type="hierRoot">
                          <dgm:param type="hierAlign" val="tL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25"/>
                        </dgm:constrLst>
                      </dgm:else>
                    </dgm:choose>
                  </dgm:if>
                  <dgm:if name="Name63" func="var" arg="hierBranch" op="equ" val="std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/>
                      <dgm:constr type="bendDist" for="des" ptType="parTrans" refType="sp" fact="0.5"/>
                    </dgm:constrLst>
                  </dgm:if>
                  <dgm:if name="Name64" func="var" arg="hierBranch" op="equ" val="init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/>
                      <dgm:constr type="bendDist" for="des" ptType="parTrans" refType="sp" fact="0.5"/>
                    </dgm:constrLst>
                  </dgm:if>
                  <dgm:else name="Name65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else>
                </dgm:choose>
                <dgm:ruleLst/>
                <dgm:layoutNode name="rootComposite">
                  <dgm:alg type="composite"/>
                  <dgm:shape xmlns:r="http://schemas.openxmlformats.org/officeDocument/2006/relationships" r:blip="">
                    <dgm:adjLst/>
                  </dgm:shape>
                  <dgm:presOf axis="self" ptType="node" cnt="1"/>
                  <dgm:choose name="Name66">
                    <dgm:if name="Name67" func="var" arg="hierBranch" op="equ" val="init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 fact="0.9"/>
                        <dgm:constr type="l" for="ch" forName="titleText2" refType="w" fact="0.2"/>
                        <dgm:constr type="t" for="ch" forName="titleText2" refType="h" fact="0.7"/>
                        <dgm:constr type="w" for="ch" forName="titleText2" refType="w" fact="0.9"/>
                        <dgm:constr type="h" for="ch" forName="titleText2" refType="h" fact="0.3"/>
                        <dgm:constr type="primFontSz" for="des" forName="titleText2" refType="primFontSz" refFor="des" refForName="rootText1" op="lte"/>
                        <dgm:constr type="l" for="ch" forName="rootConnector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if name="Name68" func="var" arg="hierBranch" op="equ" val="l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 fact="0.9"/>
                        <dgm:constr type="l" for="ch" forName="titleText2" refType="w" fact="0.2"/>
                        <dgm:constr type="t" for="ch" forName="titleText2" refType="h" fact="0.7"/>
                        <dgm:constr type="w" for="ch" forName="titleText2" refType="w" fact="0.9"/>
                        <dgm:constr type="h" for="ch" forName="titleText2" refType="h" fact="0.3"/>
                        <dgm:constr type="primFontSz" for="des" forName="titleText2" refType="primFontSz" refFor="des" refForName="rootText1" op="lte"/>
                        <dgm:constr type="r" for="ch" forName="rootConnector" refType="w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if name="Name69" func="var" arg="hierBranch" op="equ" val="r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 fact="0.9"/>
                        <dgm:constr type="l" for="ch" forName="titleText2" refType="w" fact="0.2"/>
                        <dgm:constr type="t" for="ch" forName="titleText2" refType="h" fact="0.7"/>
                        <dgm:constr type="w" for="ch" forName="titleText2" refType="w" fact="0.9"/>
                        <dgm:constr type="h" for="ch" forName="titleText2" refType="h" fact="0.3"/>
                        <dgm:constr type="primFontSz" for="des" forName="titleText2" refType="primFontSz" refFor="des" refForName="rootText1" op="lte"/>
                        <dgm:constr type="l" for="ch" forName="rootConnector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else name="Name70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 fact="0.9"/>
                        <dgm:constr type="l" for="ch" forName="titleText2" refType="w" fact="0.2"/>
                        <dgm:constr type="t" for="ch" forName="titleText2" refType="h" fact="0.7"/>
                        <dgm:constr type="w" for="ch" forName="titleText2" refType="w" fact="0.9"/>
                        <dgm:constr type="h" for="ch" forName="titleText2" refType="h" fact="0.3"/>
                        <dgm:constr type="primFontSz" for="des" forName="titleText2" refType="primFontSz" refFor="des" refForName="rootText1" op="lte"/>
                        <dgm:constr type="r" for="ch" forName="rootConnector" refType="w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else>
                  </dgm:choose>
                  <dgm:ruleLst/>
                  <dgm:layoutNode name="rootText" styleLbl="node1">
                    <dgm:varLst>
                      <dgm:chMax/>
                      <dgm:chPref val="3"/>
                    </dgm:varLst>
                    <dgm:alg type="tx"/>
                    <dgm:shape xmlns:r="http://schemas.openxmlformats.org/officeDocument/2006/relationships" type="rect" r:blip="">
                      <dgm:adjLst/>
                    </dgm:shape>
                    <dgm:presOf axis="self" ptType="node" cnt="1"/>
                    <dgm:constrLst>
                      <dgm:constr type="primFontSz" val="65"/>
                      <dgm:constr type="lMarg" refType="primFontSz" fact="0.05"/>
                      <dgm:constr type="rMarg" refType="primFontSz" fact="0.05"/>
                      <dgm:constr type="tMarg" refType="primFontSz" fact="0.05"/>
                      <dgm:constr type="bMarg" refType="h" fact="0.4"/>
                    </dgm:constrLst>
                    <dgm:ruleLst>
                      <dgm:rule type="primFontSz" val="5" fact="NaN" max="NaN"/>
                    </dgm:ruleLst>
                  </dgm:layoutNode>
                  <dgm:layoutNode name="titleText2" styleLbl="fgAcc1">
                    <dgm:varLst>
                      <dgm:chMax val="0"/>
                      <dgm:chPref val="0"/>
                    </dgm:varLst>
                    <dgm:alg type="tx">
                      <dgm:param type="parTxLTRAlign" val="r"/>
                    </dgm:alg>
                    <dgm:shape xmlns:r="http://schemas.openxmlformats.org/officeDocument/2006/relationships" type="rect" r:blip="">
                      <dgm:adjLst/>
                    </dgm:shape>
                    <dgm:presOf axis="followSib" ptType="sibTrans" hideLastTrans="0" cnt="1"/>
                    <dgm:constrLst>
                      <dgm:constr type="primFontSz" val="65"/>
                      <dgm:constr type="lMarg" refType="primFontSz" fact="0.2"/>
                      <dgm:constr type="rMarg" refType="primFontSz" fact="0.2"/>
                      <dgm:constr type="tMarg" refType="primFontSz" fact="0.05"/>
                      <dgm:constr type="bMarg" refType="primFontSz" fact="0.05"/>
                    </dgm:constrLst>
                    <dgm:ruleLst>
                      <dgm:rule type="primFontSz" val="5" fact="NaN" max="NaN"/>
                    </dgm:ruleLst>
                  </dgm:layoutNode>
                  <dgm:layoutNode name="rootConnector" moveWith="rootText">
                    <dgm:alg type="sp"/>
                    <dgm:shape xmlns:r="http://schemas.openxmlformats.org/officeDocument/2006/relationships" type="rect" r:blip="" hideGeom="1">
                      <dgm:adjLst/>
                    </dgm:shape>
                    <dgm:presOf axis="self" ptType="node" cnt="1"/>
                    <dgm:constrLst/>
                    <dgm:ruleLst/>
                  </dgm:layoutNode>
                </dgm:layoutNode>
                <dgm:layoutNode name="hierChild4">
                  <dgm:choose name="Name71">
                    <dgm:if name="Name72" func="var" arg="hierBranch" op="equ" val="l">
                      <dgm:alg type="hierChild">
                        <dgm:param type="chAlign" val="r"/>
                        <dgm:param type="linDir" val="fromT"/>
                      </dgm:alg>
                    </dgm:if>
                    <dgm:if name="Name73" func="var" arg="hierBranch" op="equ" val="r">
                      <dgm:alg type="hierChild">
                        <dgm:param type="chAlign" val="l"/>
                        <dgm:param type="linDir" val="fromT"/>
                      </dgm:alg>
                    </dgm:if>
                    <dgm:if name="Name74" func="var" arg="hierBranch" op="equ" val="hang">
                      <dgm:choose name="Name75">
                        <dgm:if name="Name76" func="var" arg="dir" op="equ" val="norm">
                          <dgm:alg type="hierChild">
                            <dgm:param type="chAlign" val="l"/>
                            <dgm:param type="linDir" val="fromL"/>
                            <dgm:param type="secChAlign" val="t"/>
                            <dgm:param type="secLinDir" val="fromT"/>
                          </dgm:alg>
                        </dgm:if>
                        <dgm:else name="Name77">
                          <dgm:alg type="hierChild">
                            <dgm:param type="chAlign" val="l"/>
                            <dgm:param type="linDir" val="fromR"/>
                            <dgm:param type="secChAlign" val="t"/>
                            <dgm:param type="secLinDir" val="fromT"/>
                          </dgm:alg>
                        </dgm:else>
                      </dgm:choose>
                    </dgm:if>
                    <dgm:if name="Name78" func="var" arg="hierBranch" op="equ" val="std">
                      <dgm:choose name="Name79">
                        <dgm:if name="Name80" func="var" arg="dir" op="equ" val="norm">
                          <dgm:alg type="hierChild"/>
                        </dgm:if>
                        <dgm:else name="Name81">
                          <dgm:alg type="hierChild">
                            <dgm:param type="linDir" val="fromR"/>
                          </dgm:alg>
                        </dgm:else>
                      </dgm:choose>
                    </dgm:if>
                    <dgm:if name="Name82" func="var" arg="hierBranch" op="equ" val="init">
                      <dgm:choose name="Name83">
                        <dgm:if name="Name84" func="var" arg="dir" op="equ" val="norm">
                          <dgm:alg type="hierChild"/>
                        </dgm:if>
                        <dgm:else name="Name85">
                          <dgm:alg type="hierChild">
                            <dgm:param type="linDir" val="fromR"/>
                          </dgm:alg>
                        </dgm:else>
                      </dgm:choose>
                    </dgm:if>
                    <dgm:else name="Name86"/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87" ref="rep2a"/>
                </dgm:layoutNode>
                <dgm:layoutNode name="hierChild5">
                  <dgm:choose name="Name88">
                    <dgm:if name="Name89" func="var" arg="dir" op="equ" val="norm">
                      <dgm:alg type="hierChild">
                        <dgm:param type="chAlign" val="l"/>
                        <dgm:param type="linDir" val="fromL"/>
                        <dgm:param type="secChAlign" val="t"/>
                        <dgm:param type="secLinDir" val="fromT"/>
                      </dgm:alg>
                    </dgm:if>
                    <dgm:else name="Name90">
                      <dgm:alg type="hierChild">
                        <dgm:param type="chAlign" val="l"/>
                        <dgm:param type="linDir" val="fromR"/>
                        <dgm:param type="secChAlign" val="t"/>
                        <dgm:param type="secLinDir" val="fromT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91" ref="rep2b"/>
                </dgm:layoutNode>
              </dgm:layoutNode>
            </dgm:forEach>
          </dgm:layoutNode>
          <dgm:layoutNode name="hierChild3">
            <dgm:choose name="Name92">
              <dgm:if name="Name93" func="var" arg="dir" op="equ" val="norm">
                <dgm:alg type="hierChild">
                  <dgm:param type="chAlign" val="l"/>
                  <dgm:param type="linDir" val="fromL"/>
                  <dgm:param type="secChAlign" val="t"/>
                  <dgm:param type="secLinDir" val="fromT"/>
                </dgm:alg>
              </dgm:if>
              <dgm:else name="Name94">
                <dgm:alg type="hierChild">
                  <dgm:param type="chAlign" val="l"/>
                  <dgm:param type="linDir" val="fromR"/>
                  <dgm:param type="secChAlign" val="t"/>
                  <dgm:param type="secLinDir" val="fromT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rep2b" axis="ch" ptType="asst">
              <dgm:forEach name="Name95" axis="precedSib" ptType="parTrans" st="-1" cnt="1">
                <dgm:layoutNode name="Name96">
                  <dgm:alg type="conn">
                    <dgm:param type="connRout" val="bend"/>
                    <dgm:param type="dim" val="1D"/>
                    <dgm:param type="endSty" val="noArr"/>
                    <dgm:param type="begPts" val="bCtr"/>
                    <dgm:param type="endPts" val="midL midR"/>
                  </dgm:alg>
                  <dgm:shape xmlns:r="http://schemas.openxmlformats.org/officeDocument/2006/relationships" type="conn" r:blip="" zOrderOff="-99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layoutNode name="hierRoot3">
                <dgm:varLst>
                  <dgm:hierBranch val="init"/>
                </dgm:varLst>
                <dgm:choose name="Name97">
                  <dgm:if name="Name98" func="var" arg="hierBranch" op="equ" val="l">
                    <dgm:alg type="hierRoot">
                      <dgm:param type="hierAlign" val="tR"/>
                    </dgm:alg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99" func="var" arg="hierBranch" op="equ" val="r">
                    <dgm:alg type="hierRoot">
                      <dgm:param type="hierAlign" val="tL"/>
                    </dgm:alg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00" func="var" arg="hierBranch" op="equ" val="hang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01" func="var" arg="hierBranch" op="equ" val="std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/>
                      <dgm:constr type="bendDist" for="des" ptType="parTrans" refType="sp" fact="0.5"/>
                    </dgm:constrLst>
                  </dgm:if>
                  <dgm:if name="Name102" func="var" arg="hierBranch" op="equ" val="init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/>
                      <dgm:constr type="bendDist" for="des" ptType="parTrans" refType="sp" fact="0.5"/>
                    </dgm:constrLst>
                  </dgm:if>
                  <dgm:else name="Name103"/>
                </dgm:choose>
                <dgm:ruleLst/>
                <dgm:layoutNode name="rootComposite3">
                  <dgm:alg type="composite"/>
                  <dgm:shape xmlns:r="http://schemas.openxmlformats.org/officeDocument/2006/relationships" r:blip="">
                    <dgm:adjLst/>
                  </dgm:shape>
                  <dgm:presOf axis="self" ptType="node" cnt="1"/>
                  <dgm:choose name="Name104">
                    <dgm:if name="Name105" func="var" arg="hierBranch" op="equ" val="init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 fact="0.9"/>
                        <dgm:constr type="l" for="ch" forName="titleText3" refType="w" fact="0.2"/>
                        <dgm:constr type="t" for="ch" forName="titleText3" refType="h" fact="0.7"/>
                        <dgm:constr type="w" for="ch" forName="titleText3" refType="w" fact="0.9"/>
                        <dgm:constr type="h" for="ch" forName="titleText3" refType="h" fact="0.3"/>
                        <dgm:constr type="primFontSz" for="des" forName="titleText3" refType="primFontSz" refFor="des" refForName="rootText3" op="lte"/>
                        <dgm:constr type="l" for="ch" forName="rootConnector3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if name="Name106" func="var" arg="hierBranch" op="equ" val="l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 fact="0.9"/>
                        <dgm:constr type="l" for="ch" forName="titleText3" refType="w" fact="0.2"/>
                        <dgm:constr type="t" for="ch" forName="titleText3" refType="h" fact="0.7"/>
                        <dgm:constr type="w" for="ch" forName="titleText3" refType="w" fact="0.9"/>
                        <dgm:constr type="h" for="ch" forName="titleText3" refType="h" fact="0.3"/>
                        <dgm:constr type="primFontSz" for="des" forName="titleText3" refType="primFontSz" refFor="des" refForName="rootText3" op="lte"/>
                        <dgm:constr type="r" for="ch" forName="rootConnector3" refType="w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if name="Name107" func="var" arg="hierBranch" op="equ" val="r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 fact="0.9"/>
                        <dgm:constr type="l" for="ch" forName="titleText3" refType="w" fact="0.2"/>
                        <dgm:constr type="t" for="ch" forName="titleText3" refType="h" fact="0.7"/>
                        <dgm:constr type="w" for="ch" forName="titleText3" refType="w" fact="0.9"/>
                        <dgm:constr type="h" for="ch" forName="titleText3" refType="h" fact="0.3"/>
                        <dgm:constr type="primFontSz" for="des" forName="titleText3" refType="primFontSz" refFor="des" refForName="rootText3" op="lte"/>
                        <dgm:constr type="l" for="ch" forName="rootConnector3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else name="Name108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 fact="0.9"/>
                        <dgm:constr type="l" for="ch" forName="titleText3" refType="w" fact="0.2"/>
                        <dgm:constr type="t" for="ch" forName="titleText3" refType="h" fact="0.7"/>
                        <dgm:constr type="w" for="ch" forName="titleText3" refType="w" fact="0.9"/>
                        <dgm:constr type="h" for="ch" forName="titleText3" refType="h" fact="0.3"/>
                        <dgm:constr type="primFontSz" for="des" forName="titleText3" refType="primFontSz" refFor="des" refForName="rootText3" op="lte"/>
                        <dgm:constr type="r" for="ch" forName="rootConnector3" refType="w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else>
                  </dgm:choose>
                  <dgm:ruleLst/>
                  <dgm:layoutNode name="rootText3" styleLbl="asst1">
                    <dgm:varLst>
                      <dgm:chPref val="3"/>
                    </dgm:varLst>
                    <dgm:alg type="tx"/>
                    <dgm:shape xmlns:r="http://schemas.openxmlformats.org/officeDocument/2006/relationships" type="rect" r:blip="">
                      <dgm:adjLst/>
                    </dgm:shape>
                    <dgm:presOf axis="self" ptType="node" cnt="1"/>
                    <dgm:constrLst>
                      <dgm:constr type="primFontSz" val="65"/>
                      <dgm:constr type="lMarg" refType="primFontSz" fact="0.05"/>
                      <dgm:constr type="rMarg" refType="primFontSz" fact="0.05"/>
                      <dgm:constr type="tMarg" refType="primFontSz" fact="0.05"/>
                      <dgm:constr type="bMarg" refType="h" fact="0.4"/>
                    </dgm:constrLst>
                    <dgm:ruleLst>
                      <dgm:rule type="primFontSz" val="5" fact="NaN" max="NaN"/>
                    </dgm:ruleLst>
                  </dgm:layoutNode>
                  <dgm:layoutNode name="titleText3" styleLbl="fgAcc2">
                    <dgm:varLst>
                      <dgm:chMax val="0"/>
                      <dgm:chPref val="0"/>
                    </dgm:varLst>
                    <dgm:alg type="tx">
                      <dgm:param type="parTxLTRAlign" val="r"/>
                    </dgm:alg>
                    <dgm:shape xmlns:r="http://schemas.openxmlformats.org/officeDocument/2006/relationships" type="rect" r:blip="">
                      <dgm:adjLst/>
                    </dgm:shape>
                    <dgm:presOf axis="followSib" ptType="sibTrans" hideLastTrans="0" cnt="1"/>
                    <dgm:constrLst>
                      <dgm:constr type="primFontSz" val="65"/>
                      <dgm:constr type="lMarg" refType="primFontSz" fact="0.2"/>
                      <dgm:constr type="rMarg" refType="primFontSz" fact="0.2"/>
                      <dgm:constr type="tMarg" refType="primFontSz" fact="0.05"/>
                      <dgm:constr type="bMarg" refType="primFontSz" fact="0.05"/>
                    </dgm:constrLst>
                    <dgm:ruleLst>
                      <dgm:rule type="primFontSz" val="5" fact="NaN" max="NaN"/>
                    </dgm:ruleLst>
                  </dgm:layoutNode>
                  <dgm:layoutNode name="rootConnector3" moveWith="rootText1">
                    <dgm:alg type="sp"/>
                    <dgm:shape xmlns:r="http://schemas.openxmlformats.org/officeDocument/2006/relationships" type="rect" r:blip="" hideGeom="1">
                      <dgm:adjLst/>
                    </dgm:shape>
                    <dgm:presOf axis="self" ptType="node" cnt="1"/>
                    <dgm:constrLst/>
                    <dgm:ruleLst/>
                  </dgm:layoutNode>
                </dgm:layoutNode>
                <dgm:layoutNode name="hierChild6">
                  <dgm:choose name="Name109">
                    <dgm:if name="Name110" func="var" arg="hierBranch" op="equ" val="l">
                      <dgm:alg type="hierChild">
                        <dgm:param type="chAlign" val="r"/>
                        <dgm:param type="linDir" val="fromT"/>
                      </dgm:alg>
                    </dgm:if>
                    <dgm:if name="Name111" func="var" arg="hierBranch" op="equ" val="r">
                      <dgm:alg type="hierChild">
                        <dgm:param type="chAlign" val="l"/>
                        <dgm:param type="linDir" val="fromT"/>
                      </dgm:alg>
                    </dgm:if>
                    <dgm:if name="Name112" func="var" arg="hierBranch" op="equ" val="hang">
                      <dgm:choose name="Name113">
                        <dgm:if name="Name114" func="var" arg="dir" op="equ" val="norm">
                          <dgm:alg type="hierChild">
                            <dgm:param type="chAlign" val="l"/>
                            <dgm:param type="linDir" val="fromL"/>
                            <dgm:param type="secChAlign" val="t"/>
                            <dgm:param type="secLinDir" val="fromT"/>
                          </dgm:alg>
                        </dgm:if>
                        <dgm:else name="Name115">
                          <dgm:alg type="hierChild">
                            <dgm:param type="chAlign" val="l"/>
                            <dgm:param type="linDir" val="fromR"/>
                            <dgm:param type="secChAlign" val="t"/>
                            <dgm:param type="secLinDir" val="fromT"/>
                          </dgm:alg>
                        </dgm:else>
                      </dgm:choose>
                    </dgm:if>
                    <dgm:if name="Name116" func="var" arg="hierBranch" op="equ" val="std">
                      <dgm:choose name="Name117">
                        <dgm:if name="Name118" func="var" arg="dir" op="equ" val="norm">
                          <dgm:alg type="hierChild"/>
                        </dgm:if>
                        <dgm:else name="Name119">
                          <dgm:alg type="hierChild">
                            <dgm:param type="linDir" val="fromR"/>
                          </dgm:alg>
                        </dgm:else>
                      </dgm:choose>
                    </dgm:if>
                    <dgm:if name="Name120" func="var" arg="hierBranch" op="equ" val="init">
                      <dgm:alg type="hierChild"/>
                    </dgm:if>
                    <dgm:else name="Name121"/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22" ref="rep2a"/>
                </dgm:layoutNode>
                <dgm:layoutNode name="hierChild7">
                  <dgm:choose name="Name123">
                    <dgm:if name="Name124" func="var" arg="dir" op="equ" val="norm">
                      <dgm:alg type="hierChild">
                        <dgm:param type="chAlign" val="l"/>
                        <dgm:param type="linDir" val="fromL"/>
                        <dgm:param type="secChAlign" val="t"/>
                        <dgm:param type="secLinDir" val="fromT"/>
                      </dgm:alg>
                    </dgm:if>
                    <dgm:else name="Name125">
                      <dgm:alg type="hierChild">
                        <dgm:param type="chAlign" val="l"/>
                        <dgm:param type="linDir" val="fromR"/>
                        <dgm:param type="secChAlign" val="t"/>
                        <dgm:param type="secLinDir" val="fromT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26" ref="rep2b"/>
                </dgm:layoutNode>
              </dgm:layoutNode>
            </dgm:forEach>
          </dgm:layoutNode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14B27AC-084B-4CBA-BCE5-90ACF49870FE}" type="datetimeFigureOut">
              <a:rPr lang="en-US" smtClean="0"/>
              <a:t>12/2/2025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0A4EFC9-9ED6-4063-938D-F2B60CB7F10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6038792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A4EFC9-9ED6-4063-938D-F2B60CB7F103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9651449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" name="Group 15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sp>
          <p:nvSpPr>
            <p:cNvPr id="15" name="Freeform 14"/>
            <p:cNvSpPr/>
            <p:nvPr/>
          </p:nvSpPr>
          <p:spPr>
            <a:xfrm>
              <a:off x="0" y="-7862"/>
              <a:ext cx="863600" cy="5698067"/>
            </a:xfrm>
            <a:custGeom>
              <a:avLst/>
              <a:gdLst/>
              <a:ahLst/>
              <a:cxnLst/>
              <a:rect l="l" t="t" r="r" b="b"/>
              <a:pathLst>
                <a:path w="863600" h="5698067">
                  <a:moveTo>
                    <a:pt x="0" y="8467"/>
                  </a:moveTo>
                  <a:lnTo>
                    <a:pt x="863600" y="0"/>
                  </a:lnTo>
                  <a:lnTo>
                    <a:pt x="863600" y="16934"/>
                  </a:lnTo>
                  <a:lnTo>
                    <a:pt x="0" y="5698067"/>
                  </a:lnTo>
                  <a:lnTo>
                    <a:pt x="0" y="8467"/>
                  </a:lnTo>
                  <a:close/>
                </a:path>
              </a:pathLst>
            </a:custGeom>
            <a:solidFill>
              <a:schemeClr val="accent1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cxnSp>
          <p:nvCxnSpPr>
            <p:cNvPr id="19" name="Straight Connector 18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1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22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23" name="Isosceles Triangle 22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24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  <a:alpha val="5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25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26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27" name="Isosceles Triangle 26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116D3A-B800-428C-B003-06CAE6CDA413}" type="datetimeFigureOut">
              <a:rPr lang="en-US" smtClean="0"/>
              <a:t>12/2/2025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1506CF-E65E-44DA-931F-3C98973D241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524777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116D3A-B800-428C-B003-06CAE6CDA413}" type="datetimeFigureOut">
              <a:rPr lang="en-US" smtClean="0"/>
              <a:t>12/2/2025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1506CF-E65E-44DA-931F-3C98973D241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4656768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2700867"/>
            <a:ext cx="8596668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116D3A-B800-428C-B003-06CAE6CDA413}" type="datetimeFigureOut">
              <a:rPr lang="en-US" smtClean="0"/>
              <a:t>12/2/2025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1506CF-E65E-44DA-931F-3C98973D241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753685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4184035" cy="388077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9970" y="2160589"/>
            <a:ext cx="4184034" cy="388077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116D3A-B800-428C-B003-06CAE6CDA413}" type="datetimeFigureOut">
              <a:rPr lang="en-US" smtClean="0"/>
              <a:t>12/2/2025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1506CF-E65E-44DA-931F-3C98973D241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4953065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745" y="2160983"/>
            <a:ext cx="418562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745" y="2737245"/>
            <a:ext cx="4185623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8383" y="2160983"/>
            <a:ext cx="418561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88384" y="2737245"/>
            <a:ext cx="4185617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116D3A-B800-428C-B003-06CAE6CDA413}" type="datetimeFigureOut">
              <a:rPr lang="en-US" smtClean="0"/>
              <a:t>12/2/2025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1506CF-E65E-44DA-931F-3C98973D241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1878059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116D3A-B800-428C-B003-06CAE6CDA413}" type="datetimeFigureOut">
              <a:rPr lang="en-US" smtClean="0"/>
              <a:t>12/2/2025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1506CF-E65E-44DA-931F-3C98973D241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2628802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116D3A-B800-428C-B003-06CAE6CDA413}" type="datetimeFigureOut">
              <a:rPr lang="en-US" smtClean="0"/>
              <a:t>12/2/2025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1506CF-E65E-44DA-931F-3C98973D241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5243080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1498604"/>
            <a:ext cx="3854528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0461" y="514924"/>
            <a:ext cx="4513541" cy="552643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2777069"/>
            <a:ext cx="3854528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116D3A-B800-428C-B003-06CAE6CDA413}" type="datetimeFigureOut">
              <a:rPr lang="en-US" smtClean="0"/>
              <a:t>12/2/2025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1506CF-E65E-44DA-931F-3C98973D241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1779849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4800600"/>
            <a:ext cx="85966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7334" y="609600"/>
            <a:ext cx="8596668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5367338"/>
            <a:ext cx="8596667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1506CF-E65E-44DA-931F-3C98973D241D}" type="slidenum">
              <a:rPr lang="en-US" smtClean="0"/>
              <a:t>‹#›</a:t>
            </a:fld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116D3A-B800-428C-B003-06CAE6CDA413}" type="datetimeFigureOut">
              <a:rPr lang="en-US" smtClean="0"/>
              <a:t>12/2/2025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007730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116D3A-B800-428C-B003-06CAE6CDA413}" type="datetimeFigureOut">
              <a:rPr lang="en-US" smtClean="0"/>
              <a:t>12/2/2025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1506CF-E65E-44DA-931F-3C98973D241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4983745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6139" y="3632200"/>
            <a:ext cx="722452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116D3A-B800-428C-B003-06CAE6CDA413}" type="datetimeFigureOut">
              <a:rPr lang="en-US" smtClean="0"/>
              <a:t>12/2/2025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1506CF-E65E-44DA-931F-3C98973D241D}" type="slidenum">
              <a:rPr lang="en-US" smtClean="0"/>
              <a:t>‹#›</a:t>
            </a:fld>
            <a:endParaRPr lang="en-US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17456130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116D3A-B800-428C-B003-06CAE6CDA413}" type="datetimeFigureOut">
              <a:rPr lang="en-US" smtClean="0"/>
              <a:t>12/2/2025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1506CF-E65E-44DA-931F-3C98973D241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915487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116D3A-B800-428C-B003-06CAE6CDA413}" type="datetimeFigureOut">
              <a:rPr lang="en-US" smtClean="0"/>
              <a:t>12/2/2025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1506CF-E65E-44DA-931F-3C98973D241D}" type="slidenum">
              <a:rPr lang="en-US" smtClean="0"/>
              <a:t>‹#›</a:t>
            </a:fld>
            <a:endParaRPr lang="en-US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421768412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99" y="609600"/>
            <a:ext cx="8588203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116D3A-B800-428C-B003-06CAE6CDA413}" type="datetimeFigureOut">
              <a:rPr lang="en-US" smtClean="0"/>
              <a:t>12/2/2025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1506CF-E65E-44DA-931F-3C98973D241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94547694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116D3A-B800-428C-B003-06CAE6CDA413}" type="datetimeFigureOut">
              <a:rPr lang="en-US" smtClean="0"/>
              <a:t>12/2/2025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1506CF-E65E-44DA-931F-3C98973D241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69247217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67673" y="609599"/>
            <a:ext cx="1304743" cy="5251451"/>
          </a:xfrm>
        </p:spPr>
        <p:txBody>
          <a:bodyPr vert="eaVert" anchor="ctr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335" y="609600"/>
            <a:ext cx="7060150" cy="525145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116D3A-B800-428C-B003-06CAE6CDA413}" type="datetimeFigureOut">
              <a:rPr lang="en-US" smtClean="0"/>
              <a:t>12/2/2025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1506CF-E65E-44DA-931F-3C98973D241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762521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4" name="Group 43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  <a:alpha val="5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19" name="Isosceles Triangle 1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B116D3A-B800-428C-B003-06CAE6CDA413}" type="datetimeFigureOut">
              <a:rPr lang="en-US" smtClean="0"/>
              <a:t>12/2/2025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8D1506CF-E65E-44DA-931F-3C98973D241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3025249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84" r:id="rId1"/>
    <p:sldLayoutId id="2147483785" r:id="rId2"/>
    <p:sldLayoutId id="2147483786" r:id="rId3"/>
    <p:sldLayoutId id="2147483787" r:id="rId4"/>
    <p:sldLayoutId id="2147483788" r:id="rId5"/>
    <p:sldLayoutId id="2147483789" r:id="rId6"/>
    <p:sldLayoutId id="2147483790" r:id="rId7"/>
    <p:sldLayoutId id="2147483791" r:id="rId8"/>
    <p:sldLayoutId id="2147483792" r:id="rId9"/>
    <p:sldLayoutId id="2147483793" r:id="rId10"/>
    <p:sldLayoutId id="2147483794" r:id="rId11"/>
    <p:sldLayoutId id="2147483795" r:id="rId12"/>
    <p:sldLayoutId id="2147483796" r:id="rId13"/>
    <p:sldLayoutId id="2147483797" r:id="rId14"/>
    <p:sldLayoutId id="2147483798" r:id="rId15"/>
    <p:sldLayoutId id="2147483799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sv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2.xml"/><Relationship Id="rId7" Type="http://schemas.microsoft.com/office/2007/relationships/diagramDrawing" Target="../diagrams/drawing2.xm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2.xml"/><Relationship Id="rId5" Type="http://schemas.openxmlformats.org/officeDocument/2006/relationships/diagramQuickStyle" Target="../diagrams/quickStyle2.xml"/><Relationship Id="rId4" Type="http://schemas.openxmlformats.org/officeDocument/2006/relationships/diagramLayout" Target="../diagrams/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hyperlink" Target="https://github.com/Daniel-Lindsey66/Group-13-SubQuery-Optimization-Project.git" TargetMode="Externa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764584-1630-5DB9-4C5A-F7EBE6990B6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45771" y="1796883"/>
            <a:ext cx="9031438" cy="2666327"/>
          </a:xfrm>
        </p:spPr>
        <p:txBody>
          <a:bodyPr>
            <a:noAutofit/>
          </a:bodyPr>
          <a:lstStyle/>
          <a:p>
            <a:pPr algn="l">
              <a:lnSpc>
                <a:spcPct val="90000"/>
              </a:lnSpc>
            </a:pPr>
            <a:r>
              <a:rPr lang="en-US" sz="6000"/>
              <a:t>Group 13:</a:t>
            </a:r>
            <a:br>
              <a:rPr lang="en-US" sz="6000"/>
            </a:br>
            <a:r>
              <a:rPr lang="en-US" sz="6000"/>
              <a:t>PostgreSQL Sub-Query Optimization Project</a:t>
            </a:r>
          </a:p>
        </p:txBody>
      </p:sp>
      <p:sp>
        <p:nvSpPr>
          <p:cNvPr id="25" name="Isosceles Triangle 24">
            <a:extLst>
              <a:ext uri="{FF2B5EF4-FFF2-40B4-BE49-F238E27FC236}">
                <a16:creationId xmlns:a16="http://schemas.microsoft.com/office/drawing/2014/main" id="{DC99427B-A97E-40A3-B1FD-4557346C6A9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3174" y="12700"/>
            <a:ext cx="842596" cy="5666154"/>
          </a:xfrm>
          <a:prstGeom prst="triangle">
            <a:avLst>
              <a:gd name="adj" fmla="val 100000"/>
            </a:avLst>
          </a:prstGeom>
          <a:solidFill>
            <a:schemeClr val="accent1">
              <a:alpha val="8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pic>
        <p:nvPicPr>
          <p:cNvPr id="4" name="Graphic 3" descr="Database with solid fill">
            <a:extLst>
              <a:ext uri="{FF2B5EF4-FFF2-40B4-BE49-F238E27FC236}">
                <a16:creationId xmlns:a16="http://schemas.microsoft.com/office/drawing/2014/main" id="{F65D771A-A455-D98A-BE79-1669A1D9469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241773" y="310835"/>
            <a:ext cx="1796298" cy="1796298"/>
          </a:xfrm>
          <a:prstGeom prst="rect">
            <a:avLst/>
          </a:prstGeom>
        </p:spPr>
      </p:pic>
      <p:pic>
        <p:nvPicPr>
          <p:cNvPr id="6" name="Graphic 5" descr="Bar chart with solid fill">
            <a:extLst>
              <a:ext uri="{FF2B5EF4-FFF2-40B4-BE49-F238E27FC236}">
                <a16:creationId xmlns:a16="http://schemas.microsoft.com/office/drawing/2014/main" id="{CA5EB179-6CE5-453E-BEA1-DCA04AD156C6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7493847" y="251238"/>
            <a:ext cx="1915492" cy="19154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5163499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CC3268-88E3-D440-EFAC-9DD61E78ED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7334" y="808383"/>
            <a:ext cx="8596668" cy="1320800"/>
          </a:xfrm>
        </p:spPr>
        <p:txBody>
          <a:bodyPr/>
          <a:lstStyle/>
          <a:p>
            <a:r>
              <a:rPr lang="en-US"/>
              <a:t>Group Breakdown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5F9213CE-D2F5-05FF-49A7-1AACB7F04CC7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089556619"/>
              </p:ext>
            </p:extLst>
          </p:nvPr>
        </p:nvGraphicFramePr>
        <p:xfrm>
          <a:off x="677334" y="963650"/>
          <a:ext cx="8596668" cy="388077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grpSp>
        <p:nvGrpSpPr>
          <p:cNvPr id="3" name="Group 2">
            <a:extLst>
              <a:ext uri="{FF2B5EF4-FFF2-40B4-BE49-F238E27FC236}">
                <a16:creationId xmlns:a16="http://schemas.microsoft.com/office/drawing/2014/main" id="{9993D9CB-6EB6-382D-4CFB-F86A710EA0D6}"/>
              </a:ext>
            </a:extLst>
          </p:cNvPr>
          <p:cNvGrpSpPr/>
          <p:nvPr/>
        </p:nvGrpSpPr>
        <p:grpSpPr>
          <a:xfrm>
            <a:off x="7259107" y="3763538"/>
            <a:ext cx="2014895" cy="384473"/>
            <a:chOff x="3688147" y="2309717"/>
            <a:chExt cx="2004956" cy="384473"/>
          </a:xfrm>
        </p:grpSpPr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FB8CAC5B-B33C-2667-310B-7DC1ED08377C}"/>
                </a:ext>
              </a:extLst>
            </p:cNvPr>
            <p:cNvSpPr/>
            <p:nvPr/>
          </p:nvSpPr>
          <p:spPr>
            <a:xfrm>
              <a:off x="3688147" y="2309717"/>
              <a:ext cx="2004956" cy="384473"/>
            </a:xfrm>
            <a:prstGeom prst="rect">
              <a:avLst/>
            </a:prstGeom>
          </p:spPr>
          <p:style>
            <a:lnRef idx="2">
              <a:schemeClr val="accent1">
                <a:hueOff val="0"/>
                <a:satOff val="0"/>
                <a:lumOff val="0"/>
                <a:alphaOff val="0"/>
              </a:schemeClr>
            </a:lnRef>
            <a:fillRef idx="1">
              <a:schemeClr val="lt1">
                <a:alpha val="90000"/>
                <a:hueOff val="0"/>
                <a:satOff val="0"/>
                <a:lumOff val="0"/>
                <a:alphaOff val="0"/>
              </a:schemeClr>
            </a:fillRef>
            <a:effectRef idx="0">
              <a:schemeClr val="lt1">
                <a:alpha val="90000"/>
                <a:hueOff val="0"/>
                <a:satOff val="0"/>
                <a:lumOff val="0"/>
                <a:alphaOff val="0"/>
              </a:schemeClr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17060C50-0FB3-04AD-03CC-764B0CE13FEE}"/>
                </a:ext>
              </a:extLst>
            </p:cNvPr>
            <p:cNvSpPr txBox="1"/>
            <p:nvPr/>
          </p:nvSpPr>
          <p:spPr>
            <a:xfrm>
              <a:off x="3688148" y="2309717"/>
              <a:ext cx="2004955" cy="384473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66040" tIns="16510" rIns="66040" bIns="16510" numCol="1" spcCol="1270" anchor="ctr" anchorCtr="0">
              <a:noAutofit/>
            </a:bodyPr>
            <a:lstStyle/>
            <a:p>
              <a:pPr marL="0" lvl="0" indent="0" algn="ctr" defTabSz="11557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en-US" sz="2100" kern="1200"/>
                <a:t>Data Collection</a:t>
              </a:r>
            </a:p>
          </p:txBody>
        </p:sp>
      </p:grpSp>
      <p:grpSp>
        <p:nvGrpSpPr>
          <p:cNvPr id="7" name="Group 6">
            <a:extLst>
              <a:ext uri="{FF2B5EF4-FFF2-40B4-BE49-F238E27FC236}">
                <a16:creationId xmlns:a16="http://schemas.microsoft.com/office/drawing/2014/main" id="{DCAC5CBF-4411-6A0D-DF0A-B986F5E11EB1}"/>
              </a:ext>
            </a:extLst>
          </p:cNvPr>
          <p:cNvGrpSpPr/>
          <p:nvPr/>
        </p:nvGrpSpPr>
        <p:grpSpPr>
          <a:xfrm>
            <a:off x="4390011" y="3763538"/>
            <a:ext cx="2014895" cy="384473"/>
            <a:chOff x="3688147" y="2309717"/>
            <a:chExt cx="2004956" cy="384473"/>
          </a:xfrm>
        </p:grpSpPr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C09F7774-D9AB-4629-FA8C-FB8C05AA8FC7}"/>
                </a:ext>
              </a:extLst>
            </p:cNvPr>
            <p:cNvSpPr/>
            <p:nvPr/>
          </p:nvSpPr>
          <p:spPr>
            <a:xfrm>
              <a:off x="3688147" y="2309717"/>
              <a:ext cx="2004956" cy="384473"/>
            </a:xfrm>
            <a:prstGeom prst="rect">
              <a:avLst/>
            </a:prstGeom>
          </p:spPr>
          <p:style>
            <a:lnRef idx="2">
              <a:schemeClr val="accent1">
                <a:hueOff val="0"/>
                <a:satOff val="0"/>
                <a:lumOff val="0"/>
                <a:alphaOff val="0"/>
              </a:schemeClr>
            </a:lnRef>
            <a:fillRef idx="1">
              <a:schemeClr val="lt1">
                <a:alpha val="90000"/>
                <a:hueOff val="0"/>
                <a:satOff val="0"/>
                <a:lumOff val="0"/>
                <a:alphaOff val="0"/>
              </a:schemeClr>
            </a:fillRef>
            <a:effectRef idx="0">
              <a:schemeClr val="lt1">
                <a:alpha val="90000"/>
                <a:hueOff val="0"/>
                <a:satOff val="0"/>
                <a:lumOff val="0"/>
                <a:alphaOff val="0"/>
              </a:schemeClr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3D2C8F25-1F9A-D029-AF00-A9A391B83EB6}"/>
                </a:ext>
              </a:extLst>
            </p:cNvPr>
            <p:cNvSpPr txBox="1"/>
            <p:nvPr/>
          </p:nvSpPr>
          <p:spPr>
            <a:xfrm>
              <a:off x="3688148" y="2309717"/>
              <a:ext cx="2004955" cy="384473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66040" tIns="16510" rIns="66040" bIns="16510" numCol="1" spcCol="1270" anchor="ctr" anchorCtr="0">
              <a:noAutofit/>
            </a:bodyPr>
            <a:lstStyle/>
            <a:p>
              <a:pPr marL="0" lvl="0" indent="0" algn="ctr" defTabSz="11557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en-US" sz="2100" kern="1200"/>
                <a:t>Presentation</a:t>
              </a:r>
            </a:p>
          </p:txBody>
        </p:sp>
      </p:grpSp>
      <p:grpSp>
        <p:nvGrpSpPr>
          <p:cNvPr id="10" name="Group 9">
            <a:extLst>
              <a:ext uri="{FF2B5EF4-FFF2-40B4-BE49-F238E27FC236}">
                <a16:creationId xmlns:a16="http://schemas.microsoft.com/office/drawing/2014/main" id="{A93AC13F-E997-BB75-271D-430008A7A8EA}"/>
              </a:ext>
            </a:extLst>
          </p:cNvPr>
          <p:cNvGrpSpPr/>
          <p:nvPr/>
        </p:nvGrpSpPr>
        <p:grpSpPr>
          <a:xfrm>
            <a:off x="1158945" y="3763538"/>
            <a:ext cx="2463868" cy="384473"/>
            <a:chOff x="3688147" y="2309717"/>
            <a:chExt cx="2004957" cy="384473"/>
          </a:xfrm>
        </p:grpSpPr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EFD8D210-E449-3885-1C6C-E2ACB5219DF3}"/>
                </a:ext>
              </a:extLst>
            </p:cNvPr>
            <p:cNvSpPr/>
            <p:nvPr/>
          </p:nvSpPr>
          <p:spPr>
            <a:xfrm>
              <a:off x="3688147" y="2309717"/>
              <a:ext cx="2004956" cy="384473"/>
            </a:xfrm>
            <a:prstGeom prst="rect">
              <a:avLst/>
            </a:prstGeom>
          </p:spPr>
          <p:style>
            <a:lnRef idx="2">
              <a:schemeClr val="accent1">
                <a:hueOff val="0"/>
                <a:satOff val="0"/>
                <a:lumOff val="0"/>
                <a:alphaOff val="0"/>
              </a:schemeClr>
            </a:lnRef>
            <a:fillRef idx="1">
              <a:schemeClr val="lt1">
                <a:alpha val="90000"/>
                <a:hueOff val="0"/>
                <a:satOff val="0"/>
                <a:lumOff val="0"/>
                <a:alphaOff val="0"/>
              </a:schemeClr>
            </a:fillRef>
            <a:effectRef idx="0">
              <a:schemeClr val="lt1">
                <a:alpha val="90000"/>
                <a:hueOff val="0"/>
                <a:satOff val="0"/>
                <a:lumOff val="0"/>
                <a:alphaOff val="0"/>
              </a:schemeClr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861AAD49-83F3-4C90-89F0-AD69B04F654E}"/>
                </a:ext>
              </a:extLst>
            </p:cNvPr>
            <p:cNvSpPr txBox="1"/>
            <p:nvPr/>
          </p:nvSpPr>
          <p:spPr>
            <a:xfrm>
              <a:off x="3688149" y="2309717"/>
              <a:ext cx="2004955" cy="384473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66040" tIns="16510" rIns="66040" bIns="16510" numCol="1" spcCol="1270" anchor="ctr" anchorCtr="0">
              <a:noAutofit/>
            </a:bodyPr>
            <a:lstStyle/>
            <a:p>
              <a:pPr marL="0" lvl="0" indent="0" algn="ctr" defTabSz="11557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en-US" sz="2100" kern="1200"/>
                <a:t>Repo. Management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7051919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71FCAE-8C3A-79BA-7DDF-774263B8E5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Problem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853A427-8E15-340D-3332-5038E341CE4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51877" y="1683510"/>
            <a:ext cx="9107740" cy="4632807"/>
          </a:xfrm>
        </p:spPr>
        <p:txBody>
          <a:bodyPr>
            <a:normAutofit/>
          </a:bodyPr>
          <a:lstStyle/>
          <a:p>
            <a:r>
              <a:rPr lang="en-US" sz="2800" b="1"/>
              <a:t>Phase 1: </a:t>
            </a:r>
            <a:r>
              <a:rPr lang="en-US" sz="2800"/>
              <a:t>Little real-world evidence is available detailing the efficiency improvements that unnesting/decorrelation provides - specifically in terms of SQL operators and levels of nesting.</a:t>
            </a:r>
          </a:p>
          <a:p>
            <a:pPr marL="0" indent="0">
              <a:buNone/>
            </a:pPr>
            <a:endParaRPr lang="en-US" sz="2800"/>
          </a:p>
          <a:p>
            <a:r>
              <a:rPr lang="en-US" sz="2800" b="1"/>
              <a:t>Phase 2: </a:t>
            </a:r>
            <a:r>
              <a:rPr lang="en-US" sz="2800"/>
              <a:t>Current unnesting algorithms only address specific permutations. While the current rules are mostly comprehensive, there still exist edge cases that may not be supported.</a:t>
            </a:r>
          </a:p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0613752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6605A8-5EFE-FE16-5866-AFFCD6E57E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Goal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DAFC9C7-4408-4334-2422-E956AFFC66C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4" y="1270000"/>
            <a:ext cx="9023257" cy="4605971"/>
          </a:xfrm>
        </p:spPr>
        <p:txBody>
          <a:bodyPr>
            <a:normAutofit/>
          </a:bodyPr>
          <a:lstStyle/>
          <a:p>
            <a:endParaRPr lang="en-US"/>
          </a:p>
          <a:p>
            <a:r>
              <a:rPr lang="en-US" sz="2800" b="1"/>
              <a:t>Phase 1: </a:t>
            </a:r>
            <a:r>
              <a:rPr lang="en-US" sz="2800"/>
              <a:t>Run correlated/nested and decorrelated/unnested versions of queries to graphically represent the differences in runtime.</a:t>
            </a:r>
          </a:p>
          <a:p>
            <a:pPr marL="0" indent="0">
              <a:buNone/>
            </a:pPr>
            <a:endParaRPr lang="en-US" sz="2800"/>
          </a:p>
          <a:p>
            <a:r>
              <a:rPr lang="en-US" sz="2800" b="1"/>
              <a:t>Phase 2: </a:t>
            </a:r>
            <a:r>
              <a:rPr lang="en-US" sz="2800"/>
              <a:t>Identify and develop methodology to algorithmically decorrelate/unnest edge case operations. </a:t>
            </a:r>
          </a:p>
        </p:txBody>
      </p:sp>
    </p:spTree>
    <p:extLst>
      <p:ext uri="{BB962C8B-B14F-4D97-AF65-F5344CB8AC3E}">
        <p14:creationId xmlns:p14="http://schemas.microsoft.com/office/powerpoint/2010/main" val="230693968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CB5AA8A5-25CC-4295-892F-367FCDAF2BF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09DD65AA-8280-4962-92F3-DF1CB53349D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979068" y="-8467"/>
            <a:ext cx="4766733" cy="6866467"/>
            <a:chOff x="7425267" y="-8467"/>
            <a:chExt cx="4766733" cy="6866467"/>
          </a:xfrm>
        </p:grpSpPr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88942788-FC6D-44C2-BFC1-6F064710DA0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rgbClr val="BFBFBF">
                  <a:alpha val="75000"/>
                </a:srgb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Connector 12">
              <a:extLst>
                <a:ext uri="{FF2B5EF4-FFF2-40B4-BE49-F238E27FC236}">
                  <a16:creationId xmlns:a16="http://schemas.microsoft.com/office/drawing/2014/main" id="{01093AC6-E5C2-4894-A520-5BE11049F27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rgbClr val="BFBFBF">
                  <a:alpha val="80000"/>
                </a:srgb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4" name="Rectangle 23">
              <a:extLst>
                <a:ext uri="{FF2B5EF4-FFF2-40B4-BE49-F238E27FC236}">
                  <a16:creationId xmlns:a16="http://schemas.microsoft.com/office/drawing/2014/main" id="{F2EF9281-EAD8-4973-938C-52DECCD0F64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15" name="Rectangle 25">
              <a:extLst>
                <a:ext uri="{FF2B5EF4-FFF2-40B4-BE49-F238E27FC236}">
                  <a16:creationId xmlns:a16="http://schemas.microsoft.com/office/drawing/2014/main" id="{F4D52681-7A79-4750-8E02-7C30DBAFE9E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16" name="Isosceles Triangle 15">
              <a:extLst>
                <a:ext uri="{FF2B5EF4-FFF2-40B4-BE49-F238E27FC236}">
                  <a16:creationId xmlns:a16="http://schemas.microsoft.com/office/drawing/2014/main" id="{F132E88E-8003-49D3-88BD-E18DF69650A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17" name="Rectangle 27">
              <a:extLst>
                <a:ext uri="{FF2B5EF4-FFF2-40B4-BE49-F238E27FC236}">
                  <a16:creationId xmlns:a16="http://schemas.microsoft.com/office/drawing/2014/main" id="{8C986A99-157C-40D0-97AD-371B6F55E3F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  <a:alpha val="6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18" name="Rectangle 28">
              <a:extLst>
                <a:ext uri="{FF2B5EF4-FFF2-40B4-BE49-F238E27FC236}">
                  <a16:creationId xmlns:a16="http://schemas.microsoft.com/office/drawing/2014/main" id="{264123D5-6D32-4F54-BAD5-43A5BAF6AF6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19" name="Rectangle 29">
              <a:extLst>
                <a:ext uri="{FF2B5EF4-FFF2-40B4-BE49-F238E27FC236}">
                  <a16:creationId xmlns:a16="http://schemas.microsoft.com/office/drawing/2014/main" id="{5FCA8C06-6A3E-4C39-9EF2-11798733198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20" name="Isosceles Triangle 19">
              <a:extLst>
                <a:ext uri="{FF2B5EF4-FFF2-40B4-BE49-F238E27FC236}">
                  <a16:creationId xmlns:a16="http://schemas.microsoft.com/office/drawing/2014/main" id="{3F93416A-6C44-4D77-A94A-DEBC035EA62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C72A1024-A678-B3B8-C2EB-5978B6B43B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2481" y="1382486"/>
            <a:ext cx="3547581" cy="4093028"/>
          </a:xfrm>
        </p:spPr>
        <p:txBody>
          <a:bodyPr anchor="ctr">
            <a:normAutofit/>
          </a:bodyPr>
          <a:lstStyle/>
          <a:p>
            <a:r>
              <a:rPr lang="en-US" sz="4400">
                <a:solidFill>
                  <a:schemeClr val="accent1">
                    <a:lumMod val="75000"/>
                  </a:schemeClr>
                </a:solidFill>
              </a:rPr>
              <a:t>Motivation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24C6BC13-FB1E-48CC-B421-3D06039728B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742625" y="0"/>
            <a:ext cx="644937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AE33EEA2-14A1-69E6-412C-535E6D3C9CBA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779701548"/>
              </p:ext>
            </p:extLst>
          </p:nvPr>
        </p:nvGraphicFramePr>
        <p:xfrm>
          <a:off x="4852543" y="944564"/>
          <a:ext cx="6692814" cy="482319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146118674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5C246F-ED34-A92A-F2D4-414BE09C72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Sub-Query Overview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F4EB779-9E45-C813-B885-1C0FD09ABD1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4" y="1662359"/>
            <a:ext cx="8596668" cy="5141003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r>
              <a:rPr lang="en-US" sz="2400" b="1"/>
              <a:t>Nested Sub-query:</a:t>
            </a:r>
          </a:p>
          <a:p>
            <a:pPr lvl="1"/>
            <a:r>
              <a:rPr lang="en-US" sz="2200"/>
              <a:t>Inner query evaluates independently to the outer query</a:t>
            </a:r>
          </a:p>
          <a:p>
            <a:pPr marL="457200" lvl="1" indent="0">
              <a:buNone/>
            </a:pPr>
            <a:endParaRPr lang="en-US" sz="2200"/>
          </a:p>
          <a:p>
            <a:pPr marL="457200" lvl="1" indent="0">
              <a:buNone/>
            </a:pPr>
            <a:r>
              <a:rPr lang="en-US" sz="2200"/>
              <a:t>&gt; SELECT *</a:t>
            </a:r>
          </a:p>
          <a:p>
            <a:pPr marL="457200" lvl="1" indent="0">
              <a:buNone/>
            </a:pPr>
            <a:r>
              <a:rPr lang="en-US" sz="2200"/>
              <a:t>&gt; FROM doctors</a:t>
            </a:r>
          </a:p>
          <a:p>
            <a:pPr marL="457200" lvl="1" indent="0">
              <a:buNone/>
            </a:pPr>
            <a:r>
              <a:rPr lang="en-US" sz="2200"/>
              <a:t>&gt; WHERE age &gt; (</a:t>
            </a:r>
          </a:p>
          <a:p>
            <a:pPr marL="457200" lvl="1" indent="0">
              <a:buNone/>
            </a:pPr>
            <a:r>
              <a:rPr lang="en-US" sz="2200"/>
              <a:t>&gt;	  SELECT AVG(age)</a:t>
            </a:r>
          </a:p>
          <a:p>
            <a:pPr marL="457200" lvl="1" indent="0">
              <a:buNone/>
            </a:pPr>
            <a:r>
              <a:rPr lang="en-US" sz="2200"/>
              <a:t>&gt;   	  FROM doctors</a:t>
            </a:r>
          </a:p>
          <a:p>
            <a:pPr marL="457200" lvl="1" indent="0">
              <a:buNone/>
            </a:pPr>
            <a:r>
              <a:rPr lang="en-US" sz="2200"/>
              <a:t>&gt; );</a:t>
            </a:r>
          </a:p>
        </p:txBody>
      </p:sp>
    </p:spTree>
    <p:extLst>
      <p:ext uri="{BB962C8B-B14F-4D97-AF65-F5344CB8AC3E}">
        <p14:creationId xmlns:p14="http://schemas.microsoft.com/office/powerpoint/2010/main" val="114660388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AA907C5-9BB2-AAE7-4BF4-F01BFFC762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E0816A-B4E4-F25A-8098-45DDD3A804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Sub-Query Overview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4502DE9-E4CA-E1FB-90A7-FB0F98C755C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4" y="1662359"/>
            <a:ext cx="8596668" cy="5141003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r>
              <a:rPr lang="en-US" sz="2400" b="1"/>
              <a:t>Unnested Sub-query:</a:t>
            </a:r>
          </a:p>
          <a:p>
            <a:pPr lvl="1"/>
            <a:r>
              <a:rPr lang="en-US" sz="2200"/>
              <a:t>Inner query has been replaced with a JOIN</a:t>
            </a:r>
          </a:p>
          <a:p>
            <a:pPr marL="457200" lvl="1" indent="0">
              <a:buNone/>
            </a:pPr>
            <a:endParaRPr lang="en-US" sz="2200"/>
          </a:p>
          <a:p>
            <a:pPr marL="457200" lvl="1" indent="0">
              <a:buNone/>
            </a:pPr>
            <a:r>
              <a:rPr lang="en-US" sz="2200"/>
              <a:t>&gt; SELECT *</a:t>
            </a:r>
          </a:p>
          <a:p>
            <a:pPr marL="457200" lvl="1" indent="0">
              <a:buNone/>
            </a:pPr>
            <a:r>
              <a:rPr lang="en-US" sz="2200"/>
              <a:t>&gt; FROM doctors d</a:t>
            </a:r>
          </a:p>
          <a:p>
            <a:pPr marL="457200" lvl="1" indent="0">
              <a:buNone/>
            </a:pPr>
            <a:r>
              <a:rPr lang="en-US" sz="2200"/>
              <a:t>&gt; JOIN (</a:t>
            </a:r>
          </a:p>
          <a:p>
            <a:pPr marL="457200" lvl="1" indent="0">
              <a:buNone/>
            </a:pPr>
            <a:r>
              <a:rPr lang="en-US" sz="2200"/>
              <a:t>&gt;    SELECT AVG(age) as </a:t>
            </a:r>
            <a:r>
              <a:rPr lang="en-US" sz="2200" err="1"/>
              <a:t>avg_age</a:t>
            </a:r>
            <a:endParaRPr lang="en-US" sz="2200"/>
          </a:p>
          <a:p>
            <a:pPr marL="457200" lvl="1" indent="0">
              <a:buNone/>
            </a:pPr>
            <a:r>
              <a:rPr lang="en-US" sz="2200"/>
              <a:t>&gt;    FROM doctors</a:t>
            </a:r>
          </a:p>
          <a:p>
            <a:pPr marL="457200" lvl="1" indent="0">
              <a:buNone/>
            </a:pPr>
            <a:r>
              <a:rPr lang="en-US" sz="2200"/>
              <a:t>&gt; ) </a:t>
            </a:r>
            <a:r>
              <a:rPr lang="en-US" sz="2200" err="1"/>
              <a:t>agg</a:t>
            </a:r>
            <a:endParaRPr lang="en-US" sz="2200"/>
          </a:p>
          <a:p>
            <a:pPr marL="457200" lvl="1" indent="0">
              <a:buNone/>
            </a:pPr>
            <a:r>
              <a:rPr lang="en-US" sz="2200"/>
              <a:t>&gt; ON </a:t>
            </a:r>
            <a:r>
              <a:rPr lang="en-US" sz="2200" err="1"/>
              <a:t>d.age</a:t>
            </a:r>
            <a:r>
              <a:rPr lang="en-US" sz="2200"/>
              <a:t> &gt; </a:t>
            </a:r>
            <a:r>
              <a:rPr lang="en-US" sz="2200" err="1"/>
              <a:t>agg.avg_age</a:t>
            </a:r>
            <a:r>
              <a:rPr lang="en-US" sz="2200"/>
              <a:t>;</a:t>
            </a:r>
          </a:p>
        </p:txBody>
      </p:sp>
    </p:spTree>
    <p:extLst>
      <p:ext uri="{BB962C8B-B14F-4D97-AF65-F5344CB8AC3E}">
        <p14:creationId xmlns:p14="http://schemas.microsoft.com/office/powerpoint/2010/main" val="222246579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911392E-EC60-2BBB-8A5A-E066CE650B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FA8429-9EF1-ABCD-C5EA-1ABE090EA8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Sub-Query Overview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3555901-6181-3C4C-00E7-A4635A6AD31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4" y="1662359"/>
            <a:ext cx="8596668" cy="5141003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r>
              <a:rPr lang="en-US" sz="2400" b="1"/>
              <a:t>Nested Sub-query with correlation:</a:t>
            </a:r>
          </a:p>
          <a:p>
            <a:pPr lvl="1"/>
            <a:r>
              <a:rPr lang="en-US" sz="2200"/>
              <a:t>Inner query references the outer query when executing</a:t>
            </a:r>
          </a:p>
          <a:p>
            <a:pPr marL="457200" lvl="1" indent="0">
              <a:buNone/>
            </a:pPr>
            <a:endParaRPr lang="en-US" sz="2200"/>
          </a:p>
          <a:p>
            <a:pPr marL="457200" lvl="1" indent="0">
              <a:buNone/>
            </a:pPr>
            <a:r>
              <a:rPr lang="en-US" sz="2200"/>
              <a:t> &gt; SELECT </a:t>
            </a:r>
            <a:r>
              <a:rPr lang="en-US" sz="2200" err="1"/>
              <a:t>doctor_id</a:t>
            </a:r>
            <a:r>
              <a:rPr lang="en-US" sz="2200"/>
              <a:t>, </a:t>
            </a:r>
            <a:r>
              <a:rPr lang="en-US" sz="2200" err="1"/>
              <a:t>doctor_name</a:t>
            </a:r>
            <a:r>
              <a:rPr lang="en-US" sz="2200"/>
              <a:t>, </a:t>
            </a:r>
            <a:r>
              <a:rPr lang="en-US" sz="2200" err="1"/>
              <a:t>patient_count</a:t>
            </a:r>
            <a:r>
              <a:rPr lang="en-US" sz="2200"/>
              <a:t>    </a:t>
            </a:r>
          </a:p>
          <a:p>
            <a:pPr marL="457200" lvl="1" indent="0">
              <a:buNone/>
            </a:pPr>
            <a:r>
              <a:rPr lang="en-US" sz="2200"/>
              <a:t> &gt; FROM doctors  </a:t>
            </a:r>
          </a:p>
          <a:p>
            <a:pPr marL="457200" lvl="1" indent="0">
              <a:buNone/>
            </a:pPr>
            <a:r>
              <a:rPr lang="en-US" sz="2200"/>
              <a:t> &gt; WHERE </a:t>
            </a:r>
            <a:r>
              <a:rPr lang="en-US" sz="2200" err="1"/>
              <a:t>patient_count</a:t>
            </a:r>
            <a:r>
              <a:rPr lang="en-US" sz="2200"/>
              <a:t> &gt; (    </a:t>
            </a:r>
          </a:p>
          <a:p>
            <a:pPr marL="457200" lvl="1" indent="0">
              <a:buNone/>
            </a:pPr>
            <a:r>
              <a:rPr lang="en-US" sz="2200"/>
              <a:t> &gt;  SELECT AVG(</a:t>
            </a:r>
            <a:r>
              <a:rPr lang="en-US" sz="2200" err="1"/>
              <a:t>patient_count</a:t>
            </a:r>
            <a:r>
              <a:rPr lang="en-US" sz="2200"/>
              <a:t>)    </a:t>
            </a:r>
          </a:p>
          <a:p>
            <a:pPr marL="457200" lvl="1" indent="0">
              <a:buNone/>
            </a:pPr>
            <a:r>
              <a:rPr lang="en-US" sz="2200"/>
              <a:t> &gt;  FROM doctors  </a:t>
            </a:r>
          </a:p>
          <a:p>
            <a:pPr marL="457200" lvl="1" indent="0">
              <a:buNone/>
            </a:pPr>
            <a:r>
              <a:rPr lang="en-US" sz="2200"/>
              <a:t> &gt;  </a:t>
            </a:r>
            <a:r>
              <a:rPr lang="en-US" sz="2200">
                <a:highlight>
                  <a:srgbClr val="FFFF00"/>
                </a:highlight>
              </a:rPr>
              <a:t>WHERE specialization = </a:t>
            </a:r>
            <a:r>
              <a:rPr lang="en-US" sz="2200" err="1">
                <a:highlight>
                  <a:srgbClr val="FFFF00"/>
                </a:highlight>
              </a:rPr>
              <a:t>doctors.specialization</a:t>
            </a:r>
            <a:r>
              <a:rPr lang="en-US" sz="2200">
                <a:highlight>
                  <a:srgbClr val="FFFF00"/>
                </a:highlight>
              </a:rPr>
              <a:t>  </a:t>
            </a:r>
          </a:p>
          <a:p>
            <a:pPr marL="457200" lvl="1" indent="0">
              <a:buNone/>
            </a:pPr>
            <a:r>
              <a:rPr lang="en-US" sz="2200"/>
              <a:t> &gt; ); </a:t>
            </a:r>
          </a:p>
        </p:txBody>
      </p:sp>
    </p:spTree>
    <p:extLst>
      <p:ext uri="{BB962C8B-B14F-4D97-AF65-F5344CB8AC3E}">
        <p14:creationId xmlns:p14="http://schemas.microsoft.com/office/powerpoint/2010/main" val="375134238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56E3B5B-9D7B-1125-3CD9-7EA79A3AD10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A5826C-7580-D4F0-7AB2-AD0496187A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Sub-Query Overview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9FCCCA2-575B-AFB4-A8B0-3C2708E70B8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4" y="1483455"/>
            <a:ext cx="8596668" cy="5141003"/>
          </a:xfrm>
        </p:spPr>
        <p:txBody>
          <a:bodyPr vert="horz" lIns="91440" tIns="45720" rIns="91440" bIns="45720" rtlCol="0" anchor="t">
            <a:normAutofit fontScale="92500" lnSpcReduction="10000"/>
          </a:bodyPr>
          <a:lstStyle/>
          <a:p>
            <a:pPr marL="0" indent="0">
              <a:buNone/>
            </a:pPr>
            <a:r>
              <a:rPr lang="en-US" sz="2400" b="1"/>
              <a:t>Unnested decorrelated Sub-query:</a:t>
            </a:r>
          </a:p>
          <a:p>
            <a:pPr lvl="1"/>
            <a:r>
              <a:rPr lang="en-US" sz="2200"/>
              <a:t>Inner query has been replaced with a JOIN, correlation point becomes the JOIN condition</a:t>
            </a:r>
          </a:p>
          <a:p>
            <a:pPr lvl="1"/>
            <a:endParaRPr lang="en-US" sz="2200"/>
          </a:p>
          <a:p>
            <a:pPr marL="457200" lvl="1" indent="0">
              <a:buNone/>
            </a:pPr>
            <a:r>
              <a:rPr lang="en-US" sz="2200"/>
              <a:t>&gt; SELECT </a:t>
            </a:r>
            <a:r>
              <a:rPr lang="en-US" sz="2200" err="1"/>
              <a:t>doctor_id</a:t>
            </a:r>
            <a:r>
              <a:rPr lang="en-US" sz="2200"/>
              <a:t>, </a:t>
            </a:r>
            <a:r>
              <a:rPr lang="en-US" sz="2200" err="1"/>
              <a:t>doctor_name</a:t>
            </a:r>
            <a:r>
              <a:rPr lang="en-US" sz="2200"/>
              <a:t>, </a:t>
            </a:r>
            <a:r>
              <a:rPr lang="en-US" sz="2200" err="1"/>
              <a:t>patient_count</a:t>
            </a:r>
            <a:r>
              <a:rPr lang="en-US" sz="2200"/>
              <a:t>  </a:t>
            </a:r>
          </a:p>
          <a:p>
            <a:pPr marL="457200" lvl="1" indent="0">
              <a:buNone/>
            </a:pPr>
            <a:r>
              <a:rPr lang="en-US" sz="2200"/>
              <a:t>&gt; FROM doctors d</a:t>
            </a:r>
          </a:p>
          <a:p>
            <a:pPr marL="457200" lvl="1" indent="0">
              <a:buNone/>
            </a:pPr>
            <a:r>
              <a:rPr lang="en-US" sz="2200"/>
              <a:t>&gt; JOIN (</a:t>
            </a:r>
          </a:p>
          <a:p>
            <a:pPr marL="457200" lvl="1" indent="0">
              <a:buNone/>
            </a:pPr>
            <a:r>
              <a:rPr lang="en-US" sz="2200"/>
              <a:t>&gt;   SELECT specialization, AVG(</a:t>
            </a:r>
            <a:r>
              <a:rPr lang="en-US" sz="2200" err="1"/>
              <a:t>patient_count</a:t>
            </a:r>
            <a:r>
              <a:rPr lang="en-US" sz="2200"/>
              <a:t>) AS </a:t>
            </a:r>
            <a:r>
              <a:rPr lang="en-US" sz="2200" err="1"/>
              <a:t>avg_patient_count</a:t>
            </a:r>
            <a:endParaRPr lang="en-US" sz="2200"/>
          </a:p>
          <a:p>
            <a:pPr marL="457200" lvl="1" indent="0">
              <a:buNone/>
            </a:pPr>
            <a:r>
              <a:rPr lang="en-US" sz="2200"/>
              <a:t>&gt;   FROM doctors</a:t>
            </a:r>
          </a:p>
          <a:p>
            <a:pPr marL="457200" lvl="1" indent="0">
              <a:buNone/>
            </a:pPr>
            <a:r>
              <a:rPr lang="en-US" sz="2200"/>
              <a:t>&gt;   GROUP BY specialization</a:t>
            </a:r>
          </a:p>
          <a:p>
            <a:pPr marL="457200" lvl="1" indent="0">
              <a:buNone/>
            </a:pPr>
            <a:r>
              <a:rPr lang="en-US" sz="2200"/>
              <a:t>&gt; ) AS specialization s</a:t>
            </a:r>
          </a:p>
          <a:p>
            <a:pPr marL="457200" lvl="1" indent="0">
              <a:buNone/>
            </a:pPr>
            <a:r>
              <a:rPr lang="en-US" sz="2200"/>
              <a:t>&gt; </a:t>
            </a:r>
            <a:r>
              <a:rPr lang="en-US" sz="2200">
                <a:highlight>
                  <a:srgbClr val="FFFF00"/>
                </a:highlight>
              </a:rPr>
              <a:t>ON </a:t>
            </a:r>
            <a:r>
              <a:rPr lang="en-US" sz="2200" err="1">
                <a:highlight>
                  <a:srgbClr val="FFFF00"/>
                </a:highlight>
              </a:rPr>
              <a:t>d.specialization</a:t>
            </a:r>
            <a:r>
              <a:rPr lang="en-US" sz="2200">
                <a:highlight>
                  <a:srgbClr val="FFFF00"/>
                </a:highlight>
              </a:rPr>
              <a:t> = </a:t>
            </a:r>
            <a:r>
              <a:rPr lang="en-US" sz="2200" err="1">
                <a:highlight>
                  <a:srgbClr val="FFFF00"/>
                </a:highlight>
              </a:rPr>
              <a:t>s.specialization</a:t>
            </a:r>
            <a:endParaRPr lang="en-US" sz="2200">
              <a:highlight>
                <a:srgbClr val="FFFF00"/>
              </a:highlight>
            </a:endParaRPr>
          </a:p>
          <a:p>
            <a:pPr marL="457200" lvl="1" indent="0">
              <a:buNone/>
            </a:pPr>
            <a:r>
              <a:rPr lang="en-US" sz="2200"/>
              <a:t>&gt; WHERE </a:t>
            </a:r>
            <a:r>
              <a:rPr lang="en-US" sz="2200" err="1"/>
              <a:t>d.patient_count</a:t>
            </a:r>
            <a:r>
              <a:rPr lang="en-US" sz="2200"/>
              <a:t> &gt; </a:t>
            </a:r>
            <a:r>
              <a:rPr lang="en-US" sz="2200" err="1"/>
              <a:t>s.avg_patient_count</a:t>
            </a:r>
            <a:r>
              <a:rPr lang="en-US" sz="2200"/>
              <a:t>;</a:t>
            </a:r>
          </a:p>
        </p:txBody>
      </p:sp>
    </p:spTree>
    <p:extLst>
      <p:ext uri="{BB962C8B-B14F-4D97-AF65-F5344CB8AC3E}">
        <p14:creationId xmlns:p14="http://schemas.microsoft.com/office/powerpoint/2010/main" val="92151988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9140AF-CE6A-E69B-D099-86F0010186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Proposed Solution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74BB2DC-09CA-A767-D8E6-E14E8B51730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4" y="1623876"/>
            <a:ext cx="9082892" cy="4624524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2400" b="1"/>
              <a:t>Phase 1: </a:t>
            </a:r>
            <a:r>
              <a:rPr lang="en-US" sz="2400"/>
              <a:t>Run nested and correlated queries alongside their optimized counterparts to demonstrate the efficiency improvements using medium-sized Crime and Consumer Complaint datasets.</a:t>
            </a:r>
          </a:p>
          <a:p>
            <a:pPr marL="0" indent="0">
              <a:buNone/>
            </a:pPr>
            <a:endParaRPr lang="en-US" sz="2400"/>
          </a:p>
          <a:p>
            <a:r>
              <a:rPr lang="en-US" sz="2400" b="1"/>
              <a:t>Phase 2: </a:t>
            </a:r>
            <a:r>
              <a:rPr lang="en-US" sz="2400"/>
              <a:t>Identify potential edge cases that cannot be unnested consistently using current methodology and provide reasoning on why they can't be unnested.</a:t>
            </a:r>
          </a:p>
        </p:txBody>
      </p:sp>
    </p:spTree>
    <p:extLst>
      <p:ext uri="{BB962C8B-B14F-4D97-AF65-F5344CB8AC3E}">
        <p14:creationId xmlns:p14="http://schemas.microsoft.com/office/powerpoint/2010/main" val="88790406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6C2E87-B639-8338-605A-ED47044DD8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Implementation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BD97605-93FC-1BB4-A70B-4143EAD6F30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3" y="1488613"/>
            <a:ext cx="9510275" cy="4663709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r>
              <a:rPr lang="en-US" sz="2400" b="1"/>
              <a:t>Phase 1: </a:t>
            </a:r>
            <a:r>
              <a:rPr lang="en-US" sz="2400"/>
              <a:t>Queries were written in PostgreSQL using default optimization settings.</a:t>
            </a:r>
          </a:p>
          <a:p>
            <a:pPr marL="457200" lvl="1" indent="0">
              <a:buNone/>
            </a:pPr>
            <a:r>
              <a:rPr lang="en-US" sz="2000"/>
              <a:t>Datasets:</a:t>
            </a:r>
          </a:p>
          <a:p>
            <a:pPr lvl="2">
              <a:buFont typeface="Courier New" panose="02070309020205020404" pitchFamily="49" charset="0"/>
              <a:buChar char="o"/>
            </a:pPr>
            <a:r>
              <a:rPr lang="en-US" sz="2000"/>
              <a:t>CGB - Consumer Complaints Data (2014 – 2025)</a:t>
            </a:r>
          </a:p>
          <a:p>
            <a:pPr lvl="2">
              <a:buFont typeface="Courier New" panose="02070309020205020404" pitchFamily="49" charset="0"/>
              <a:buChar char="o"/>
            </a:pPr>
            <a:r>
              <a:rPr lang="en-US" sz="2000"/>
              <a:t>City of Los Angeles Crime Data (2020 - 2025)</a:t>
            </a:r>
          </a:p>
          <a:p>
            <a:pPr lvl="2">
              <a:buFont typeface="Courier New" panose="02070309020205020404" pitchFamily="49" charset="0"/>
              <a:buChar char="o"/>
            </a:pPr>
            <a:endParaRPr lang="en-US" sz="2200"/>
          </a:p>
          <a:p>
            <a:pPr marL="0" indent="0">
              <a:buNone/>
            </a:pPr>
            <a:r>
              <a:rPr lang="en-US" sz="2400" b="1"/>
              <a:t>Phase 2: </a:t>
            </a:r>
            <a:r>
              <a:rPr lang="en-US" sz="2400"/>
              <a:t>Edge cases that were explored include </a:t>
            </a:r>
          </a:p>
          <a:p>
            <a:pPr lvl="1">
              <a:buFont typeface="Courier New" charset="2"/>
              <a:buChar char="o"/>
            </a:pPr>
            <a:r>
              <a:rPr lang="en-US" sz="2200"/>
              <a:t>Views, Authorization Methods, Window Functions, Set Returning Functions, and Hierarchical Queries</a:t>
            </a:r>
            <a:endParaRPr lang="en-US"/>
          </a:p>
          <a:p>
            <a:pPr lvl="1">
              <a:buFont typeface="Courier New" charset="2"/>
              <a:buChar char="o"/>
            </a:pPr>
            <a:endParaRPr lang="en-US" sz="2200"/>
          </a:p>
        </p:txBody>
      </p:sp>
    </p:spTree>
    <p:extLst>
      <p:ext uri="{BB962C8B-B14F-4D97-AF65-F5344CB8AC3E}">
        <p14:creationId xmlns:p14="http://schemas.microsoft.com/office/powerpoint/2010/main" val="109764833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843440-F14B-D26B-5EF5-4073EAD872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Strengths &amp; Weaknesses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AC44BBC-48EB-6451-3792-AA51EFBB545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23885" y="1524484"/>
            <a:ext cx="9758753" cy="4811712"/>
          </a:xfrm>
        </p:spPr>
        <p:txBody>
          <a:bodyPr vert="horz" lIns="91440" tIns="45720" rIns="91440" bIns="45720" rtlCol="0" anchor="t">
            <a:normAutofit fontScale="85000" lnSpcReduction="20000"/>
          </a:bodyPr>
          <a:lstStyle/>
          <a:p>
            <a:r>
              <a:rPr lang="en-US" sz="2800" b="1"/>
              <a:t>Strengths: 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lang="en-US" sz="2800"/>
              <a:t>Use of real-world data</a:t>
            </a:r>
          </a:p>
          <a:p>
            <a:pPr marL="457200" lvl="1" indent="0">
              <a:buNone/>
            </a:pPr>
            <a:endParaRPr lang="en-US" sz="2800"/>
          </a:p>
          <a:p>
            <a:r>
              <a:rPr lang="en-US" sz="2800" b="1"/>
              <a:t>Weaknesses: 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lang="en-US" sz="2800"/>
              <a:t>Limited progress due to team time constraints</a:t>
            </a:r>
          </a:p>
          <a:p>
            <a:pPr lvl="2">
              <a:buFont typeface="Courier New" panose="02070309020205020404" pitchFamily="49" charset="0"/>
              <a:buChar char="o"/>
            </a:pPr>
            <a:r>
              <a:rPr lang="en-US" sz="2600"/>
              <a:t>Wide project scope</a:t>
            </a:r>
          </a:p>
          <a:p>
            <a:pPr lvl="2">
              <a:buFont typeface="Courier New" panose="02070309020205020404" pitchFamily="49" charset="0"/>
              <a:buChar char="o"/>
            </a:pPr>
            <a:r>
              <a:rPr lang="en-US" sz="2600"/>
              <a:t>Unable to develop unnesting algorithms for edge cases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lang="en-US" sz="2800"/>
              <a:t>PostgreSQL native optimizer can’t be disabled – will attempt to unnest/decorrelate any queries executed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lang="en-US" sz="2800"/>
              <a:t>Run-time limits, correlated queries would take 5+ minutes despite only testing on medium-large datasets (roughly 1-3 million datapoints)</a:t>
            </a:r>
          </a:p>
          <a:p>
            <a:pPr lvl="1">
              <a:buFont typeface="Courier New" panose="02070309020205020404" pitchFamily="49" charset="0"/>
              <a:buChar char="o"/>
            </a:pPr>
            <a:endParaRPr lang="en-US" sz="2800"/>
          </a:p>
          <a:p>
            <a:pPr lvl="1"/>
            <a:endParaRPr lang="en-US" sz="1800"/>
          </a:p>
        </p:txBody>
      </p:sp>
    </p:spTree>
    <p:extLst>
      <p:ext uri="{BB962C8B-B14F-4D97-AF65-F5344CB8AC3E}">
        <p14:creationId xmlns:p14="http://schemas.microsoft.com/office/powerpoint/2010/main" val="205016961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644A8F-CB62-653F-1D43-6C83B647AA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Results – Phase 1</a:t>
            </a:r>
          </a:p>
        </p:txBody>
      </p:sp>
      <p:graphicFrame>
        <p:nvGraphicFramePr>
          <p:cNvPr id="11" name="Content Placeholder 10">
            <a:extLst>
              <a:ext uri="{FF2B5EF4-FFF2-40B4-BE49-F238E27FC236}">
                <a16:creationId xmlns:a16="http://schemas.microsoft.com/office/drawing/2014/main" id="{089B39F2-91FA-86DF-82C3-9CE67F7B5E82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311191842"/>
              </p:ext>
            </p:extLst>
          </p:nvPr>
        </p:nvGraphicFramePr>
        <p:xfrm>
          <a:off x="692869" y="4767336"/>
          <a:ext cx="8049528" cy="1249680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1341588">
                  <a:extLst>
                    <a:ext uri="{9D8B030D-6E8A-4147-A177-3AD203B41FA5}">
                      <a16:colId xmlns:a16="http://schemas.microsoft.com/office/drawing/2014/main" val="557224307"/>
                    </a:ext>
                  </a:extLst>
                </a:gridCol>
                <a:gridCol w="1341588">
                  <a:extLst>
                    <a:ext uri="{9D8B030D-6E8A-4147-A177-3AD203B41FA5}">
                      <a16:colId xmlns:a16="http://schemas.microsoft.com/office/drawing/2014/main" val="2420671410"/>
                    </a:ext>
                  </a:extLst>
                </a:gridCol>
                <a:gridCol w="1341588">
                  <a:extLst>
                    <a:ext uri="{9D8B030D-6E8A-4147-A177-3AD203B41FA5}">
                      <a16:colId xmlns:a16="http://schemas.microsoft.com/office/drawing/2014/main" val="1816838119"/>
                    </a:ext>
                  </a:extLst>
                </a:gridCol>
                <a:gridCol w="1341588">
                  <a:extLst>
                    <a:ext uri="{9D8B030D-6E8A-4147-A177-3AD203B41FA5}">
                      <a16:colId xmlns:a16="http://schemas.microsoft.com/office/drawing/2014/main" val="2243087810"/>
                    </a:ext>
                  </a:extLst>
                </a:gridCol>
                <a:gridCol w="1341588">
                  <a:extLst>
                    <a:ext uri="{9D8B030D-6E8A-4147-A177-3AD203B41FA5}">
                      <a16:colId xmlns:a16="http://schemas.microsoft.com/office/drawing/2014/main" val="2392706095"/>
                    </a:ext>
                  </a:extLst>
                </a:gridCol>
                <a:gridCol w="1341588">
                  <a:extLst>
                    <a:ext uri="{9D8B030D-6E8A-4147-A177-3AD203B41FA5}">
                      <a16:colId xmlns:a16="http://schemas.microsoft.com/office/drawing/2014/main" val="4259290433"/>
                    </a:ext>
                  </a:extLst>
                </a:gridCol>
              </a:tblGrid>
              <a:tr h="312372">
                <a:tc>
                  <a:txBody>
                    <a:bodyPr/>
                    <a:lstStyle/>
                    <a:p>
                      <a:pPr lv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b="0" i="0" u="none" strike="noStrike" noProof="0">
                          <a:solidFill>
                            <a:srgbClr val="FFFFFF"/>
                          </a:solidFill>
                          <a:effectLst/>
                          <a:latin typeface="Roboto"/>
                        </a:rPr>
                        <a:t>Exec Time(s)</a:t>
                      </a:r>
                      <a:endParaRPr lang="en-US" sz="1600" b="0" i="0" u="none" strike="noStrike" noProof="0">
                        <a:solidFill>
                          <a:srgbClr val="000000"/>
                        </a:solidFill>
                        <a:effectLst/>
                        <a:latin typeface="Roboto"/>
                      </a:endParaRPr>
                    </a:p>
                  </a:txBody>
                  <a:tcPr marL="76200" marR="76200" marT="19050" marB="19050" anchor="ctr">
                    <a:lnL w="9525" cap="flat" cmpd="sng" algn="ctr">
                      <a:solidFill>
                        <a:srgbClr val="284E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568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84E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84E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b="0">
                          <a:solidFill>
                            <a:srgbClr val="FFFFFF"/>
                          </a:solidFill>
                          <a:effectLst/>
                          <a:latin typeface="Roboto"/>
                        </a:rPr>
                        <a:t>Query 1</a:t>
                      </a:r>
                    </a:p>
                  </a:txBody>
                  <a:tcPr marL="76200" marR="76200" marT="19050" marB="19050" anchor="ctr">
                    <a:lnL w="9525" cap="flat" cmpd="sng" algn="ctr">
                      <a:solidFill>
                        <a:srgbClr val="3568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568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84E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84E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b="0">
                          <a:solidFill>
                            <a:srgbClr val="FFFFFF"/>
                          </a:solidFill>
                          <a:effectLst/>
                          <a:latin typeface="Roboto"/>
                        </a:rPr>
                        <a:t>Query 2</a:t>
                      </a:r>
                    </a:p>
                  </a:txBody>
                  <a:tcPr marL="76200" marR="76200" marT="19050" marB="19050" anchor="ctr">
                    <a:lnL w="9525" cap="flat" cmpd="sng" algn="ctr">
                      <a:solidFill>
                        <a:srgbClr val="3568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568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84E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84E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b="0">
                          <a:solidFill>
                            <a:srgbClr val="FFFFFF"/>
                          </a:solidFill>
                          <a:effectLst/>
                          <a:latin typeface="Roboto"/>
                        </a:rPr>
                        <a:t>Query 3</a:t>
                      </a:r>
                    </a:p>
                  </a:txBody>
                  <a:tcPr marL="76200" marR="76200" marT="19050" marB="19050" anchor="ctr">
                    <a:lnL w="9525" cap="flat" cmpd="sng" algn="ctr">
                      <a:solidFill>
                        <a:srgbClr val="3568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568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84E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84E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b="0">
                          <a:solidFill>
                            <a:srgbClr val="FFFFFF"/>
                          </a:solidFill>
                          <a:effectLst/>
                          <a:latin typeface="Roboto"/>
                        </a:rPr>
                        <a:t>Query 4</a:t>
                      </a:r>
                    </a:p>
                  </a:txBody>
                  <a:tcPr marL="76200" marR="76200" marT="19050" marB="19050" anchor="ctr">
                    <a:lnL w="9525" cap="flat" cmpd="sng" algn="ctr">
                      <a:solidFill>
                        <a:srgbClr val="3568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568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84E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84E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b="0">
                          <a:solidFill>
                            <a:srgbClr val="FFFFFF"/>
                          </a:solidFill>
                          <a:effectLst/>
                          <a:latin typeface="Roboto"/>
                        </a:rPr>
                        <a:t>Query 5</a:t>
                      </a:r>
                    </a:p>
                  </a:txBody>
                  <a:tcPr marL="76200" marR="76200" marT="19050" marB="19050" anchor="ctr">
                    <a:lnL w="9525" cap="flat" cmpd="sng" algn="ctr">
                      <a:solidFill>
                        <a:srgbClr val="3568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84E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84E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84E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56840340"/>
                  </a:ext>
                </a:extLst>
              </a:tr>
              <a:tr h="200025"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en-US" b="0">
                          <a:solidFill>
                            <a:srgbClr val="434343"/>
                          </a:solidFill>
                          <a:effectLst/>
                          <a:latin typeface="Roboto"/>
                        </a:rPr>
                        <a:t>Correlated</a:t>
                      </a:r>
                    </a:p>
                  </a:txBody>
                  <a:tcPr marL="76200" marR="76200" marT="19050" marB="19050" anchor="ctr">
                    <a:lnL w="9525" cap="flat" cmpd="sng" algn="ctr">
                      <a:solidFill>
                        <a:srgbClr val="284E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84E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6F8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b="0">
                          <a:solidFill>
                            <a:srgbClr val="434343"/>
                          </a:solidFill>
                          <a:effectLst/>
                          <a:latin typeface="Roboto"/>
                        </a:rPr>
                        <a:t>14.254</a:t>
                      </a:r>
                    </a:p>
                  </a:txBody>
                  <a:tcPr marL="76200" marR="76200" marT="19050" marB="19050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84E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6F8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b="0">
                          <a:solidFill>
                            <a:srgbClr val="434343"/>
                          </a:solidFill>
                          <a:effectLst/>
                          <a:latin typeface="Roboto"/>
                        </a:rPr>
                        <a:t>0.086</a:t>
                      </a:r>
                    </a:p>
                  </a:txBody>
                  <a:tcPr marL="76200" marR="76200" marT="19050" marB="19050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84E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6F8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b="0">
                          <a:solidFill>
                            <a:srgbClr val="434343"/>
                          </a:solidFill>
                          <a:effectLst/>
                          <a:latin typeface="Roboto"/>
                        </a:rPr>
                        <a:t>10.024</a:t>
                      </a:r>
                    </a:p>
                  </a:txBody>
                  <a:tcPr marL="76200" marR="76200" marT="19050" marB="19050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84E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6F8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b="0">
                          <a:solidFill>
                            <a:srgbClr val="434343"/>
                          </a:solidFill>
                          <a:effectLst/>
                          <a:latin typeface="Roboto"/>
                        </a:rPr>
                        <a:t>14.26</a:t>
                      </a:r>
                    </a:p>
                  </a:txBody>
                  <a:tcPr marL="76200" marR="76200" marT="19050" marB="19050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84E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6F8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b="0">
                          <a:solidFill>
                            <a:srgbClr val="434343"/>
                          </a:solidFill>
                          <a:effectLst/>
                          <a:latin typeface="Roboto"/>
                        </a:rPr>
                        <a:t>0.097</a:t>
                      </a:r>
                    </a:p>
                  </a:txBody>
                  <a:tcPr marL="76200" marR="76200" marT="19050" marB="19050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84E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84E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6F8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62871085"/>
                  </a:ext>
                </a:extLst>
              </a:tr>
              <a:tr h="200025"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en-US" b="0">
                          <a:solidFill>
                            <a:srgbClr val="434343"/>
                          </a:solidFill>
                          <a:effectLst/>
                          <a:latin typeface="Roboto"/>
                        </a:rPr>
                        <a:t>Nested</a:t>
                      </a:r>
                    </a:p>
                  </a:txBody>
                  <a:tcPr marL="76200" marR="76200" marT="19050" marB="19050" anchor="ctr">
                    <a:lnL w="9525" cap="flat" cmpd="sng" algn="ctr">
                      <a:solidFill>
                        <a:srgbClr val="284E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6F8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6F8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6F8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9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b="0">
                          <a:solidFill>
                            <a:srgbClr val="434343"/>
                          </a:solidFill>
                          <a:effectLst/>
                          <a:latin typeface="Roboto"/>
                        </a:rPr>
                        <a:t>0.058</a:t>
                      </a:r>
                    </a:p>
                  </a:txBody>
                  <a:tcPr marL="76200" marR="76200" marT="19050" marB="19050" anchor="ctr">
                    <a:lnL w="9525" cap="flat" cmpd="sng" algn="ctr">
                      <a:solidFill>
                        <a:srgbClr val="F6F8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6F8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6F8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6F8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9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b="0">
                          <a:solidFill>
                            <a:srgbClr val="434343"/>
                          </a:solidFill>
                          <a:effectLst/>
                          <a:latin typeface="Roboto"/>
                        </a:rPr>
                        <a:t>0.053</a:t>
                      </a:r>
                    </a:p>
                  </a:txBody>
                  <a:tcPr marL="76200" marR="76200" marT="19050" marB="19050" anchor="ctr">
                    <a:lnL w="9525" cap="flat" cmpd="sng" algn="ctr">
                      <a:solidFill>
                        <a:srgbClr val="F6F8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6F8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6F8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6F8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9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b="0">
                          <a:solidFill>
                            <a:srgbClr val="434343"/>
                          </a:solidFill>
                          <a:effectLst/>
                          <a:latin typeface="Roboto"/>
                        </a:rPr>
                        <a:t>0.416</a:t>
                      </a:r>
                    </a:p>
                  </a:txBody>
                  <a:tcPr marL="76200" marR="76200" marT="19050" marB="19050" anchor="ctr">
                    <a:lnL w="9525" cap="flat" cmpd="sng" algn="ctr">
                      <a:solidFill>
                        <a:srgbClr val="F6F8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6F8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6F8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6F8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9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b="0">
                          <a:solidFill>
                            <a:srgbClr val="434343"/>
                          </a:solidFill>
                          <a:effectLst/>
                          <a:latin typeface="Roboto"/>
                        </a:rPr>
                        <a:t>0.653</a:t>
                      </a:r>
                    </a:p>
                  </a:txBody>
                  <a:tcPr marL="76200" marR="76200" marT="19050" marB="19050" anchor="ctr">
                    <a:lnL w="9525" cap="flat" cmpd="sng" algn="ctr">
                      <a:solidFill>
                        <a:srgbClr val="F6F8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6F8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6F8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6F8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9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b="0">
                          <a:solidFill>
                            <a:srgbClr val="434343"/>
                          </a:solidFill>
                          <a:effectLst/>
                          <a:latin typeface="Roboto"/>
                        </a:rPr>
                        <a:t>0.36</a:t>
                      </a:r>
                    </a:p>
                  </a:txBody>
                  <a:tcPr marL="76200" marR="76200" marT="19050" marB="19050" anchor="ctr">
                    <a:lnL w="9525" cap="flat" cmpd="sng" algn="ctr">
                      <a:solidFill>
                        <a:srgbClr val="F6F8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84E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6F8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6F8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20693308"/>
                  </a:ext>
                </a:extLst>
              </a:tr>
              <a:tr h="200025"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en-US" b="0">
                          <a:solidFill>
                            <a:srgbClr val="434343"/>
                          </a:solidFill>
                          <a:effectLst/>
                          <a:latin typeface="Roboto"/>
                        </a:rPr>
                        <a:t>Unnested</a:t>
                      </a:r>
                    </a:p>
                  </a:txBody>
                  <a:tcPr marL="76200" marR="76200" marT="19050" marB="19050" anchor="ctr">
                    <a:lnL w="9525" cap="flat" cmpd="sng" algn="ctr">
                      <a:solidFill>
                        <a:srgbClr val="284E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6F8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84E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b="0">
                          <a:solidFill>
                            <a:srgbClr val="434343"/>
                          </a:solidFill>
                          <a:effectLst/>
                          <a:latin typeface="Roboto"/>
                        </a:rPr>
                        <a:t>0.055</a:t>
                      </a:r>
                    </a:p>
                  </a:txBody>
                  <a:tcPr marL="76200" marR="76200" marT="19050" marB="19050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6F8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84E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b="0">
                          <a:solidFill>
                            <a:srgbClr val="434343"/>
                          </a:solidFill>
                          <a:effectLst/>
                          <a:latin typeface="Roboto"/>
                        </a:rPr>
                        <a:t>0.06</a:t>
                      </a:r>
                    </a:p>
                  </a:txBody>
                  <a:tcPr marL="76200" marR="76200" marT="19050" marB="19050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6F8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84E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b="0">
                          <a:solidFill>
                            <a:srgbClr val="434343"/>
                          </a:solidFill>
                          <a:effectLst/>
                          <a:latin typeface="Roboto"/>
                        </a:rPr>
                        <a:t>0.069</a:t>
                      </a:r>
                    </a:p>
                  </a:txBody>
                  <a:tcPr marL="76200" marR="76200" marT="19050" marB="19050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6F8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84E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b="0">
                          <a:solidFill>
                            <a:srgbClr val="434343"/>
                          </a:solidFill>
                          <a:effectLst/>
                          <a:latin typeface="Roboto"/>
                        </a:rPr>
                        <a:t>0.078</a:t>
                      </a:r>
                    </a:p>
                  </a:txBody>
                  <a:tcPr marL="76200" marR="76200" marT="19050" marB="19050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6F8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84E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b="0">
                          <a:solidFill>
                            <a:srgbClr val="434343"/>
                          </a:solidFill>
                          <a:effectLst/>
                          <a:latin typeface="Roboto"/>
                        </a:rPr>
                        <a:t>0.093</a:t>
                      </a:r>
                    </a:p>
                  </a:txBody>
                  <a:tcPr marL="76200" marR="76200" marT="19050" marB="19050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84E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6F8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84E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47433598"/>
                  </a:ext>
                </a:extLst>
              </a:tr>
            </a:tbl>
          </a:graphicData>
        </a:graphic>
      </p:graphicFrame>
      <p:sp>
        <p:nvSpPr>
          <p:cNvPr id="13" name="TextBox 12">
            <a:extLst>
              <a:ext uri="{FF2B5EF4-FFF2-40B4-BE49-F238E27FC236}">
                <a16:creationId xmlns:a16="http://schemas.microsoft.com/office/drawing/2014/main" id="{22239277-B0C8-34C9-271E-F4492FCBB132}"/>
              </a:ext>
            </a:extLst>
          </p:cNvPr>
          <p:cNvSpPr txBox="1"/>
          <p:nvPr/>
        </p:nvSpPr>
        <p:spPr>
          <a:xfrm>
            <a:off x="677334" y="2640720"/>
            <a:ext cx="5408047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/>
              <a:t>Crime Dataset – Partial (10,000 datapoint sample) 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23D89FAA-7BB2-1D28-30EC-8BFD0C465200}"/>
              </a:ext>
            </a:extLst>
          </p:cNvPr>
          <p:cNvSpPr txBox="1"/>
          <p:nvPr/>
        </p:nvSpPr>
        <p:spPr>
          <a:xfrm>
            <a:off x="687254" y="4402780"/>
            <a:ext cx="7119682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/>
              <a:t>Complaints Dataset – Partial (10,000 datapoint sample)</a:t>
            </a:r>
          </a:p>
        </p:txBody>
      </p:sp>
      <p:graphicFrame>
        <p:nvGraphicFramePr>
          <p:cNvPr id="16" name="Table 15">
            <a:extLst>
              <a:ext uri="{FF2B5EF4-FFF2-40B4-BE49-F238E27FC236}">
                <a16:creationId xmlns:a16="http://schemas.microsoft.com/office/drawing/2014/main" id="{6B8BB7FD-C529-5786-4393-91EFBF13348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19859656"/>
              </p:ext>
            </p:extLst>
          </p:nvPr>
        </p:nvGraphicFramePr>
        <p:xfrm>
          <a:off x="687254" y="3011131"/>
          <a:ext cx="8045106" cy="1249680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1340851">
                  <a:extLst>
                    <a:ext uri="{9D8B030D-6E8A-4147-A177-3AD203B41FA5}">
                      <a16:colId xmlns:a16="http://schemas.microsoft.com/office/drawing/2014/main" val="2482871227"/>
                    </a:ext>
                  </a:extLst>
                </a:gridCol>
                <a:gridCol w="1340851">
                  <a:extLst>
                    <a:ext uri="{9D8B030D-6E8A-4147-A177-3AD203B41FA5}">
                      <a16:colId xmlns:a16="http://schemas.microsoft.com/office/drawing/2014/main" val="3148418430"/>
                    </a:ext>
                  </a:extLst>
                </a:gridCol>
                <a:gridCol w="1340851">
                  <a:extLst>
                    <a:ext uri="{9D8B030D-6E8A-4147-A177-3AD203B41FA5}">
                      <a16:colId xmlns:a16="http://schemas.microsoft.com/office/drawing/2014/main" val="595222334"/>
                    </a:ext>
                  </a:extLst>
                </a:gridCol>
                <a:gridCol w="1340851">
                  <a:extLst>
                    <a:ext uri="{9D8B030D-6E8A-4147-A177-3AD203B41FA5}">
                      <a16:colId xmlns:a16="http://schemas.microsoft.com/office/drawing/2014/main" val="2259357794"/>
                    </a:ext>
                  </a:extLst>
                </a:gridCol>
                <a:gridCol w="1340851">
                  <a:extLst>
                    <a:ext uri="{9D8B030D-6E8A-4147-A177-3AD203B41FA5}">
                      <a16:colId xmlns:a16="http://schemas.microsoft.com/office/drawing/2014/main" val="2598566656"/>
                    </a:ext>
                  </a:extLst>
                </a:gridCol>
                <a:gridCol w="1340851">
                  <a:extLst>
                    <a:ext uri="{9D8B030D-6E8A-4147-A177-3AD203B41FA5}">
                      <a16:colId xmlns:a16="http://schemas.microsoft.com/office/drawing/2014/main" val="917881175"/>
                    </a:ext>
                  </a:extLst>
                </a:gridCol>
              </a:tblGrid>
              <a:tr h="200025">
                <a:tc>
                  <a:txBody>
                    <a:bodyPr/>
                    <a:lstStyle/>
                    <a:p>
                      <a:pPr lv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b="0" i="0" u="none" strike="noStrike" noProof="0">
                          <a:solidFill>
                            <a:srgbClr val="FFFFFF"/>
                          </a:solidFill>
                          <a:effectLst/>
                          <a:latin typeface="Roboto"/>
                        </a:rPr>
                        <a:t>Exec Time(s)</a:t>
                      </a:r>
                      <a:endParaRPr lang="en-US" sz="1600" b="0" i="0" u="none" strike="noStrike" noProof="0">
                        <a:solidFill>
                          <a:srgbClr val="000000"/>
                        </a:solidFill>
                        <a:effectLst/>
                        <a:latin typeface="Roboto"/>
                      </a:endParaRPr>
                    </a:p>
                  </a:txBody>
                  <a:tcPr marL="76200" marR="76200" marT="19050" marB="19050" anchor="ctr">
                    <a:lnL w="9525" cap="flat" cmpd="sng" algn="ctr">
                      <a:solidFill>
                        <a:srgbClr val="284E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84E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b="0">
                          <a:solidFill>
                            <a:srgbClr val="FFFFFF"/>
                          </a:solidFill>
                          <a:effectLst/>
                          <a:latin typeface="Roboto"/>
                        </a:rPr>
                        <a:t>Query 1</a:t>
                      </a:r>
                    </a:p>
                  </a:txBody>
                  <a:tcPr marL="76200" marR="76200" marT="19050" marB="19050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84E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b="0">
                          <a:solidFill>
                            <a:srgbClr val="FFFFFF"/>
                          </a:solidFill>
                          <a:effectLst/>
                          <a:latin typeface="Roboto"/>
                        </a:rPr>
                        <a:t>Query 2</a:t>
                      </a:r>
                    </a:p>
                  </a:txBody>
                  <a:tcPr marL="76200" marR="76200" marT="19050" marB="19050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84E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b="0">
                          <a:solidFill>
                            <a:srgbClr val="FFFFFF"/>
                          </a:solidFill>
                          <a:effectLst/>
                          <a:latin typeface="Roboto"/>
                        </a:rPr>
                        <a:t>Query 3</a:t>
                      </a:r>
                    </a:p>
                  </a:txBody>
                  <a:tcPr marL="76200" marR="76200" marT="19050" marB="19050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84E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b="0">
                          <a:solidFill>
                            <a:srgbClr val="FFFFFF"/>
                          </a:solidFill>
                          <a:effectLst/>
                          <a:latin typeface="Roboto"/>
                        </a:rPr>
                        <a:t>Query 4</a:t>
                      </a:r>
                    </a:p>
                  </a:txBody>
                  <a:tcPr marL="76200" marR="76200" marT="19050" marB="19050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84E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b="0">
                          <a:solidFill>
                            <a:srgbClr val="FFFFFF"/>
                          </a:solidFill>
                          <a:effectLst/>
                          <a:latin typeface="Roboto"/>
                        </a:rPr>
                        <a:t>Query 5</a:t>
                      </a:r>
                    </a:p>
                  </a:txBody>
                  <a:tcPr marL="76200" marR="76200" marT="19050" marB="19050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84E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84E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61620792"/>
                  </a:ext>
                </a:extLst>
              </a:tr>
              <a:tr h="200025"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en-US">
                          <a:solidFill>
                            <a:srgbClr val="434343"/>
                          </a:solidFill>
                          <a:effectLst/>
                          <a:latin typeface="Roboto"/>
                        </a:rPr>
                        <a:t>Correlated</a:t>
                      </a:r>
                    </a:p>
                  </a:txBody>
                  <a:tcPr marL="76200" marR="76200" marT="19050" marB="19050" anchor="ctr">
                    <a:lnL w="9525" cap="flat" cmpd="sng" algn="ctr">
                      <a:solidFill>
                        <a:srgbClr val="284E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>
                          <a:solidFill>
                            <a:srgbClr val="434343"/>
                          </a:solidFill>
                          <a:effectLst/>
                          <a:latin typeface="Roboto"/>
                        </a:rPr>
                        <a:t>9.069</a:t>
                      </a:r>
                    </a:p>
                  </a:txBody>
                  <a:tcPr marL="76200" marR="76200" marT="19050" marB="19050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>
                          <a:solidFill>
                            <a:srgbClr val="434343"/>
                          </a:solidFill>
                          <a:effectLst/>
                          <a:latin typeface="Roboto"/>
                        </a:rPr>
                        <a:t>0.113</a:t>
                      </a:r>
                    </a:p>
                  </a:txBody>
                  <a:tcPr marL="76200" marR="76200" marT="19050" marB="19050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>
                          <a:solidFill>
                            <a:srgbClr val="434343"/>
                          </a:solidFill>
                          <a:effectLst/>
                          <a:latin typeface="Roboto"/>
                        </a:rPr>
                        <a:t>8.164</a:t>
                      </a:r>
                    </a:p>
                  </a:txBody>
                  <a:tcPr marL="76200" marR="76200" marT="19050" marB="19050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>
                          <a:solidFill>
                            <a:srgbClr val="434343"/>
                          </a:solidFill>
                          <a:effectLst/>
                          <a:latin typeface="Roboto"/>
                        </a:rPr>
                        <a:t>8.288</a:t>
                      </a:r>
                    </a:p>
                  </a:txBody>
                  <a:tcPr marL="76200" marR="76200" marT="19050" marB="19050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>
                          <a:solidFill>
                            <a:srgbClr val="434343"/>
                          </a:solidFill>
                          <a:effectLst/>
                          <a:latin typeface="Roboto"/>
                        </a:rPr>
                        <a:t>0.12</a:t>
                      </a:r>
                    </a:p>
                  </a:txBody>
                  <a:tcPr marL="76200" marR="76200" marT="19050" marB="19050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84E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19094538"/>
                  </a:ext>
                </a:extLst>
              </a:tr>
              <a:tr h="200025"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en-US">
                          <a:solidFill>
                            <a:srgbClr val="434343"/>
                          </a:solidFill>
                          <a:effectLst/>
                          <a:latin typeface="Roboto"/>
                        </a:rPr>
                        <a:t>Nested</a:t>
                      </a:r>
                    </a:p>
                  </a:txBody>
                  <a:tcPr marL="76200" marR="76200" marT="19050" marB="19050" anchor="ctr">
                    <a:lnL w="9525" cap="flat" cmpd="sng" algn="ctr">
                      <a:solidFill>
                        <a:srgbClr val="284E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9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>
                          <a:solidFill>
                            <a:srgbClr val="434343"/>
                          </a:solidFill>
                          <a:effectLst/>
                          <a:latin typeface="Roboto"/>
                        </a:rPr>
                        <a:t>0.112</a:t>
                      </a:r>
                    </a:p>
                  </a:txBody>
                  <a:tcPr marL="76200" marR="76200" marT="19050" marB="19050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9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>
                          <a:solidFill>
                            <a:srgbClr val="434343"/>
                          </a:solidFill>
                          <a:effectLst/>
                          <a:latin typeface="Roboto"/>
                        </a:rPr>
                        <a:t>0.11</a:t>
                      </a:r>
                    </a:p>
                  </a:txBody>
                  <a:tcPr marL="76200" marR="76200" marT="19050" marB="19050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9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>
                          <a:solidFill>
                            <a:srgbClr val="434343"/>
                          </a:solidFill>
                          <a:effectLst/>
                          <a:latin typeface="Roboto"/>
                        </a:rPr>
                        <a:t>0.065</a:t>
                      </a:r>
                    </a:p>
                  </a:txBody>
                  <a:tcPr marL="76200" marR="76200" marT="19050" marB="19050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9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>
                          <a:solidFill>
                            <a:srgbClr val="434343"/>
                          </a:solidFill>
                          <a:effectLst/>
                          <a:latin typeface="Roboto"/>
                        </a:rPr>
                        <a:t>0.056</a:t>
                      </a:r>
                    </a:p>
                  </a:txBody>
                  <a:tcPr marL="76200" marR="76200" marT="19050" marB="19050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9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>
                          <a:solidFill>
                            <a:srgbClr val="434343"/>
                          </a:solidFill>
                          <a:effectLst/>
                          <a:latin typeface="Roboto"/>
                        </a:rPr>
                        <a:t>0.118</a:t>
                      </a:r>
                    </a:p>
                  </a:txBody>
                  <a:tcPr marL="76200" marR="76200" marT="19050" marB="19050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84E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82923855"/>
                  </a:ext>
                </a:extLst>
              </a:tr>
              <a:tr h="200025"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en-US">
                          <a:solidFill>
                            <a:srgbClr val="434343"/>
                          </a:solidFill>
                          <a:effectLst/>
                          <a:latin typeface="Roboto"/>
                        </a:rPr>
                        <a:t>Unnested</a:t>
                      </a:r>
                    </a:p>
                  </a:txBody>
                  <a:tcPr marL="76200" marR="76200" marT="19050" marB="19050" anchor="ctr">
                    <a:lnL w="9525" cap="flat" cmpd="sng" algn="ctr">
                      <a:solidFill>
                        <a:srgbClr val="284E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84E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>
                          <a:solidFill>
                            <a:srgbClr val="434343"/>
                          </a:solidFill>
                          <a:effectLst/>
                          <a:latin typeface="Roboto"/>
                        </a:rPr>
                        <a:t>0.115</a:t>
                      </a:r>
                    </a:p>
                  </a:txBody>
                  <a:tcPr marL="76200" marR="76200" marT="19050" marB="19050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84E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>
                          <a:solidFill>
                            <a:srgbClr val="434343"/>
                          </a:solidFill>
                          <a:effectLst/>
                          <a:latin typeface="Roboto"/>
                        </a:rPr>
                        <a:t>0.108</a:t>
                      </a:r>
                    </a:p>
                  </a:txBody>
                  <a:tcPr marL="76200" marR="76200" marT="19050" marB="19050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84E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>
                          <a:solidFill>
                            <a:srgbClr val="434343"/>
                          </a:solidFill>
                          <a:effectLst/>
                          <a:latin typeface="Roboto"/>
                        </a:rPr>
                        <a:t>0.075</a:t>
                      </a:r>
                    </a:p>
                  </a:txBody>
                  <a:tcPr marL="76200" marR="76200" marT="19050" marB="19050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84E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>
                          <a:solidFill>
                            <a:srgbClr val="434343"/>
                          </a:solidFill>
                          <a:effectLst/>
                          <a:latin typeface="Roboto"/>
                        </a:rPr>
                        <a:t>0.057</a:t>
                      </a:r>
                    </a:p>
                  </a:txBody>
                  <a:tcPr marL="76200" marR="76200" marT="19050" marB="19050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84E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>
                          <a:solidFill>
                            <a:srgbClr val="434343"/>
                          </a:solidFill>
                          <a:effectLst/>
                          <a:latin typeface="Roboto"/>
                        </a:rPr>
                        <a:t>0.113</a:t>
                      </a:r>
                    </a:p>
                  </a:txBody>
                  <a:tcPr marL="76200" marR="76200" marT="19050" marB="19050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84E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84E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92005167"/>
                  </a:ext>
                </a:extLst>
              </a:tr>
            </a:tbl>
          </a:graphicData>
        </a:graphic>
      </p:graphicFrame>
      <p:sp>
        <p:nvSpPr>
          <p:cNvPr id="17" name="TextBox 16">
            <a:extLst>
              <a:ext uri="{FF2B5EF4-FFF2-40B4-BE49-F238E27FC236}">
                <a16:creationId xmlns:a16="http://schemas.microsoft.com/office/drawing/2014/main" id="{7CB64DAE-4F7E-4A62-251B-5FC07776D22A}"/>
              </a:ext>
            </a:extLst>
          </p:cNvPr>
          <p:cNvSpPr txBox="1"/>
          <p:nvPr/>
        </p:nvSpPr>
        <p:spPr>
          <a:xfrm>
            <a:off x="692355" y="1408912"/>
            <a:ext cx="8668813" cy="92333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/>
              <a:t>In general, the correlated queries were magnitudes (80-150x) slower than uncorrelated-nested and unnested queries. There are exceptions where correlated may match the other queries due to its structure</a:t>
            </a:r>
          </a:p>
        </p:txBody>
      </p:sp>
    </p:spTree>
    <p:extLst>
      <p:ext uri="{BB962C8B-B14F-4D97-AF65-F5344CB8AC3E}">
        <p14:creationId xmlns:p14="http://schemas.microsoft.com/office/powerpoint/2010/main" val="409536623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FC0B7D5-54CE-23F2-B646-BA2D7747E58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B4076F-99E7-CF26-5669-6789728B6E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Results – Phase 1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AED701B8-5E5E-71BB-FFA6-7FC2183E5C3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61111775"/>
              </p:ext>
            </p:extLst>
          </p:nvPr>
        </p:nvGraphicFramePr>
        <p:xfrm>
          <a:off x="680302" y="2993107"/>
          <a:ext cx="8073510" cy="1392032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1345585">
                  <a:extLst>
                    <a:ext uri="{9D8B030D-6E8A-4147-A177-3AD203B41FA5}">
                      <a16:colId xmlns:a16="http://schemas.microsoft.com/office/drawing/2014/main" val="3070064831"/>
                    </a:ext>
                  </a:extLst>
                </a:gridCol>
                <a:gridCol w="1345585">
                  <a:extLst>
                    <a:ext uri="{9D8B030D-6E8A-4147-A177-3AD203B41FA5}">
                      <a16:colId xmlns:a16="http://schemas.microsoft.com/office/drawing/2014/main" val="3580342162"/>
                    </a:ext>
                  </a:extLst>
                </a:gridCol>
                <a:gridCol w="1345585">
                  <a:extLst>
                    <a:ext uri="{9D8B030D-6E8A-4147-A177-3AD203B41FA5}">
                      <a16:colId xmlns:a16="http://schemas.microsoft.com/office/drawing/2014/main" val="4011699074"/>
                    </a:ext>
                  </a:extLst>
                </a:gridCol>
                <a:gridCol w="1345585">
                  <a:extLst>
                    <a:ext uri="{9D8B030D-6E8A-4147-A177-3AD203B41FA5}">
                      <a16:colId xmlns:a16="http://schemas.microsoft.com/office/drawing/2014/main" val="3604796542"/>
                    </a:ext>
                  </a:extLst>
                </a:gridCol>
                <a:gridCol w="1345585">
                  <a:extLst>
                    <a:ext uri="{9D8B030D-6E8A-4147-A177-3AD203B41FA5}">
                      <a16:colId xmlns:a16="http://schemas.microsoft.com/office/drawing/2014/main" val="2883928319"/>
                    </a:ext>
                  </a:extLst>
                </a:gridCol>
                <a:gridCol w="1345585">
                  <a:extLst>
                    <a:ext uri="{9D8B030D-6E8A-4147-A177-3AD203B41FA5}">
                      <a16:colId xmlns:a16="http://schemas.microsoft.com/office/drawing/2014/main" val="1541549582"/>
                    </a:ext>
                  </a:extLst>
                </a:gridCol>
              </a:tblGrid>
              <a:tr h="281830"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1600">
                          <a:solidFill>
                            <a:srgbClr val="FFFFFF"/>
                          </a:solidFill>
                          <a:effectLst/>
                          <a:latin typeface="Roboto"/>
                        </a:rPr>
                        <a:t>Exec Time(s)</a:t>
                      </a:r>
                    </a:p>
                  </a:txBody>
                  <a:tcPr marL="76200" marR="76200" marT="19050" marB="19050" anchor="ctr">
                    <a:lnL w="9525" cap="flat" cmpd="sng" algn="ctr">
                      <a:solidFill>
                        <a:srgbClr val="284E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84E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>
                          <a:solidFill>
                            <a:srgbClr val="FFFFFF"/>
                          </a:solidFill>
                          <a:effectLst/>
                          <a:latin typeface="Roboto"/>
                        </a:rPr>
                        <a:t>Query 1</a:t>
                      </a:r>
                    </a:p>
                  </a:txBody>
                  <a:tcPr marL="76200" marR="76200" marT="19050" marB="19050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84E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>
                          <a:solidFill>
                            <a:srgbClr val="FFFFFF"/>
                          </a:solidFill>
                          <a:effectLst/>
                          <a:latin typeface="Roboto"/>
                        </a:rPr>
                        <a:t>Query 2</a:t>
                      </a:r>
                    </a:p>
                  </a:txBody>
                  <a:tcPr marL="76200" marR="76200" marT="19050" marB="19050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84E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>
                          <a:solidFill>
                            <a:srgbClr val="FFFFFF"/>
                          </a:solidFill>
                          <a:effectLst/>
                          <a:latin typeface="Roboto"/>
                        </a:rPr>
                        <a:t>Query 3</a:t>
                      </a:r>
                    </a:p>
                  </a:txBody>
                  <a:tcPr marL="76200" marR="76200" marT="19050" marB="19050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84E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>
                          <a:solidFill>
                            <a:srgbClr val="FFFFFF"/>
                          </a:solidFill>
                          <a:effectLst/>
                          <a:latin typeface="Roboto"/>
                        </a:rPr>
                        <a:t>Query 4</a:t>
                      </a:r>
                    </a:p>
                  </a:txBody>
                  <a:tcPr marL="76200" marR="76200" marT="19050" marB="19050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84E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>
                          <a:solidFill>
                            <a:srgbClr val="FFFFFF"/>
                          </a:solidFill>
                          <a:effectLst/>
                          <a:latin typeface="Roboto"/>
                        </a:rPr>
                        <a:t>Query 5</a:t>
                      </a:r>
                    </a:p>
                  </a:txBody>
                  <a:tcPr marL="76200" marR="76200" marT="19050" marB="19050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84E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84E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00145680"/>
                  </a:ext>
                </a:extLst>
              </a:tr>
              <a:tr h="281830"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en-US">
                          <a:solidFill>
                            <a:srgbClr val="434343"/>
                          </a:solidFill>
                          <a:effectLst/>
                          <a:latin typeface="Roboto"/>
                        </a:rPr>
                        <a:t>Correlated</a:t>
                      </a:r>
                    </a:p>
                  </a:txBody>
                  <a:tcPr marL="76200" marR="76200" marT="19050" marB="19050" anchor="ctr">
                    <a:lnL w="9525" cap="flat" cmpd="sng" algn="ctr">
                      <a:solidFill>
                        <a:srgbClr val="284E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>
                          <a:solidFill>
                            <a:srgbClr val="434343"/>
                          </a:solidFill>
                          <a:effectLst/>
                          <a:latin typeface="Roboto"/>
                        </a:rPr>
                        <a:t>DNF</a:t>
                      </a:r>
                    </a:p>
                  </a:txBody>
                  <a:tcPr marL="76200" marR="76200" marT="19050" marB="19050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>
                          <a:solidFill>
                            <a:srgbClr val="434343"/>
                          </a:solidFill>
                          <a:effectLst/>
                          <a:latin typeface="Roboto"/>
                        </a:rPr>
                        <a:t>3.101</a:t>
                      </a:r>
                    </a:p>
                  </a:txBody>
                  <a:tcPr marL="76200" marR="76200" marT="19050" marB="19050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>
                          <a:solidFill>
                            <a:srgbClr val="434343"/>
                          </a:solidFill>
                          <a:effectLst/>
                          <a:latin typeface="Roboto"/>
                        </a:rPr>
                        <a:t>DNF</a:t>
                      </a:r>
                    </a:p>
                  </a:txBody>
                  <a:tcPr marL="76200" marR="76200" marT="19050" marB="19050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>
                          <a:solidFill>
                            <a:srgbClr val="434343"/>
                          </a:solidFill>
                          <a:effectLst/>
                          <a:latin typeface="Roboto"/>
                        </a:rPr>
                        <a:t>DNF</a:t>
                      </a:r>
                    </a:p>
                  </a:txBody>
                  <a:tcPr marL="76200" marR="76200" marT="19050" marB="19050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>
                          <a:solidFill>
                            <a:srgbClr val="434343"/>
                          </a:solidFill>
                          <a:effectLst/>
                          <a:latin typeface="Roboto"/>
                        </a:rPr>
                        <a:t>2.057</a:t>
                      </a:r>
                    </a:p>
                  </a:txBody>
                  <a:tcPr marL="76200" marR="76200" marT="19050" marB="19050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84E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63494423"/>
                  </a:ext>
                </a:extLst>
              </a:tr>
              <a:tr h="281830"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en-US">
                          <a:solidFill>
                            <a:srgbClr val="434343"/>
                          </a:solidFill>
                          <a:effectLst/>
                          <a:latin typeface="Roboto"/>
                        </a:rPr>
                        <a:t>Nested</a:t>
                      </a:r>
                    </a:p>
                  </a:txBody>
                  <a:tcPr marL="76200" marR="76200" marT="19050" marB="19050" anchor="ctr">
                    <a:lnL w="9525" cap="flat" cmpd="sng" algn="ctr">
                      <a:solidFill>
                        <a:srgbClr val="284E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9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>
                          <a:solidFill>
                            <a:srgbClr val="434343"/>
                          </a:solidFill>
                          <a:effectLst/>
                          <a:latin typeface="Roboto"/>
                        </a:rPr>
                        <a:t>2.045</a:t>
                      </a:r>
                    </a:p>
                  </a:txBody>
                  <a:tcPr marL="76200" marR="76200" marT="19050" marB="19050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9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>
                          <a:solidFill>
                            <a:srgbClr val="434343"/>
                          </a:solidFill>
                          <a:effectLst/>
                          <a:latin typeface="Roboto"/>
                        </a:rPr>
                        <a:t>2.875</a:t>
                      </a:r>
                    </a:p>
                  </a:txBody>
                  <a:tcPr marL="76200" marR="76200" marT="19050" marB="19050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9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>
                          <a:solidFill>
                            <a:srgbClr val="434343"/>
                          </a:solidFill>
                          <a:effectLst/>
                          <a:latin typeface="Roboto"/>
                        </a:rPr>
                        <a:t>0.464</a:t>
                      </a:r>
                    </a:p>
                  </a:txBody>
                  <a:tcPr marL="76200" marR="76200" marT="19050" marB="19050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9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>
                          <a:solidFill>
                            <a:srgbClr val="434343"/>
                          </a:solidFill>
                          <a:effectLst/>
                          <a:latin typeface="Roboto"/>
                        </a:rPr>
                        <a:t>0.419</a:t>
                      </a:r>
                    </a:p>
                  </a:txBody>
                  <a:tcPr marL="76200" marR="76200" marT="19050" marB="19050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9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>
                          <a:solidFill>
                            <a:srgbClr val="434343"/>
                          </a:solidFill>
                          <a:effectLst/>
                          <a:latin typeface="Roboto"/>
                        </a:rPr>
                        <a:t>0.457</a:t>
                      </a:r>
                    </a:p>
                  </a:txBody>
                  <a:tcPr marL="76200" marR="76200" marT="19050" marB="19050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84E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57191539"/>
                  </a:ext>
                </a:extLst>
              </a:tr>
              <a:tr h="454772"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en-US">
                          <a:solidFill>
                            <a:srgbClr val="434343"/>
                          </a:solidFill>
                          <a:effectLst/>
                          <a:latin typeface="Roboto"/>
                        </a:rPr>
                        <a:t>Unnested</a:t>
                      </a:r>
                    </a:p>
                  </a:txBody>
                  <a:tcPr marL="76200" marR="76200" marT="19050" marB="19050" anchor="ctr">
                    <a:lnL w="9525" cap="flat" cmpd="sng" algn="ctr">
                      <a:solidFill>
                        <a:srgbClr val="284E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84E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>
                          <a:solidFill>
                            <a:srgbClr val="434343"/>
                          </a:solidFill>
                          <a:effectLst/>
                          <a:latin typeface="Roboto"/>
                        </a:rPr>
                        <a:t>1.96</a:t>
                      </a:r>
                    </a:p>
                  </a:txBody>
                  <a:tcPr marL="76200" marR="76200" marT="19050" marB="19050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84E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>
                          <a:solidFill>
                            <a:srgbClr val="434343"/>
                          </a:solidFill>
                          <a:effectLst/>
                          <a:latin typeface="Roboto"/>
                        </a:rPr>
                        <a:t>2.869</a:t>
                      </a:r>
                    </a:p>
                  </a:txBody>
                  <a:tcPr marL="76200" marR="76200" marT="19050" marB="19050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84E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>
                          <a:solidFill>
                            <a:srgbClr val="434343"/>
                          </a:solidFill>
                          <a:effectLst/>
                          <a:latin typeface="Roboto"/>
                        </a:rPr>
                        <a:t>0.436</a:t>
                      </a:r>
                    </a:p>
                  </a:txBody>
                  <a:tcPr marL="76200" marR="76200" marT="19050" marB="19050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84E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>
                          <a:solidFill>
                            <a:srgbClr val="434343"/>
                          </a:solidFill>
                          <a:effectLst/>
                          <a:latin typeface="Roboto"/>
                        </a:rPr>
                        <a:t>0.404</a:t>
                      </a:r>
                    </a:p>
                  </a:txBody>
                  <a:tcPr marL="76200" marR="76200" marT="19050" marB="19050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84E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>
                          <a:solidFill>
                            <a:srgbClr val="434343"/>
                          </a:solidFill>
                          <a:effectLst/>
                          <a:latin typeface="Roboto"/>
                        </a:rPr>
                        <a:t>0.385</a:t>
                      </a:r>
                    </a:p>
                  </a:txBody>
                  <a:tcPr marL="76200" marR="76200" marT="19050" marB="19050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84E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84E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8748609"/>
                  </a:ext>
                </a:extLst>
              </a:tr>
            </a:tbl>
          </a:graphicData>
        </a:graphic>
      </p:graphicFrame>
      <p:graphicFrame>
        <p:nvGraphicFramePr>
          <p:cNvPr id="9" name="Content Placeholder 8">
            <a:extLst>
              <a:ext uri="{FF2B5EF4-FFF2-40B4-BE49-F238E27FC236}">
                <a16:creationId xmlns:a16="http://schemas.microsoft.com/office/drawing/2014/main" id="{98A60CB1-D893-D9B1-203B-6A3A74D9F801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84359562"/>
              </p:ext>
            </p:extLst>
          </p:nvPr>
        </p:nvGraphicFramePr>
        <p:xfrm>
          <a:off x="680609" y="4894003"/>
          <a:ext cx="8070834" cy="1249680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1345139">
                  <a:extLst>
                    <a:ext uri="{9D8B030D-6E8A-4147-A177-3AD203B41FA5}">
                      <a16:colId xmlns:a16="http://schemas.microsoft.com/office/drawing/2014/main" val="1791725424"/>
                    </a:ext>
                  </a:extLst>
                </a:gridCol>
                <a:gridCol w="1345139">
                  <a:extLst>
                    <a:ext uri="{9D8B030D-6E8A-4147-A177-3AD203B41FA5}">
                      <a16:colId xmlns:a16="http://schemas.microsoft.com/office/drawing/2014/main" val="570766803"/>
                    </a:ext>
                  </a:extLst>
                </a:gridCol>
                <a:gridCol w="1345139">
                  <a:extLst>
                    <a:ext uri="{9D8B030D-6E8A-4147-A177-3AD203B41FA5}">
                      <a16:colId xmlns:a16="http://schemas.microsoft.com/office/drawing/2014/main" val="1902497668"/>
                    </a:ext>
                  </a:extLst>
                </a:gridCol>
                <a:gridCol w="1345139">
                  <a:extLst>
                    <a:ext uri="{9D8B030D-6E8A-4147-A177-3AD203B41FA5}">
                      <a16:colId xmlns:a16="http://schemas.microsoft.com/office/drawing/2014/main" val="4041994553"/>
                    </a:ext>
                  </a:extLst>
                </a:gridCol>
                <a:gridCol w="1345139">
                  <a:extLst>
                    <a:ext uri="{9D8B030D-6E8A-4147-A177-3AD203B41FA5}">
                      <a16:colId xmlns:a16="http://schemas.microsoft.com/office/drawing/2014/main" val="156217312"/>
                    </a:ext>
                  </a:extLst>
                </a:gridCol>
                <a:gridCol w="1345139">
                  <a:extLst>
                    <a:ext uri="{9D8B030D-6E8A-4147-A177-3AD203B41FA5}">
                      <a16:colId xmlns:a16="http://schemas.microsoft.com/office/drawing/2014/main" val="2273566853"/>
                    </a:ext>
                  </a:extLst>
                </a:gridCol>
              </a:tblGrid>
              <a:tr h="312372">
                <a:tc>
                  <a:txBody>
                    <a:bodyPr/>
                    <a:lstStyle/>
                    <a:p>
                      <a:pPr lv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b="0" i="0" u="none" strike="noStrike" noProof="0">
                          <a:solidFill>
                            <a:srgbClr val="FFFFFF"/>
                          </a:solidFill>
                          <a:effectLst/>
                          <a:latin typeface="Roboto"/>
                        </a:rPr>
                        <a:t>Exec Time(s)</a:t>
                      </a:r>
                      <a:endParaRPr lang="en-US" sz="1600" b="0" i="0" u="none" strike="noStrike" noProof="0">
                        <a:solidFill>
                          <a:srgbClr val="000000"/>
                        </a:solidFill>
                        <a:effectLst/>
                        <a:latin typeface="Roboto"/>
                      </a:endParaRPr>
                    </a:p>
                  </a:txBody>
                  <a:tcPr marL="76200" marR="76200" marT="19050" marB="19050" anchor="ctr">
                    <a:lnL w="9525" cap="flat" cmpd="sng" algn="ctr">
                      <a:solidFill>
                        <a:srgbClr val="284E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84E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>
                          <a:solidFill>
                            <a:srgbClr val="FFFFFF"/>
                          </a:solidFill>
                          <a:effectLst/>
                          <a:latin typeface="Roboto"/>
                        </a:rPr>
                        <a:t>Query 1</a:t>
                      </a:r>
                    </a:p>
                  </a:txBody>
                  <a:tcPr marL="76200" marR="76200" marT="19050" marB="19050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84E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>
                          <a:solidFill>
                            <a:srgbClr val="FFFFFF"/>
                          </a:solidFill>
                          <a:effectLst/>
                          <a:latin typeface="Roboto"/>
                        </a:rPr>
                        <a:t>Query 2</a:t>
                      </a:r>
                    </a:p>
                  </a:txBody>
                  <a:tcPr marL="76200" marR="76200" marT="19050" marB="19050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84E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>
                          <a:solidFill>
                            <a:srgbClr val="FFFFFF"/>
                          </a:solidFill>
                          <a:effectLst/>
                          <a:latin typeface="Roboto"/>
                        </a:rPr>
                        <a:t>Query 3</a:t>
                      </a:r>
                    </a:p>
                  </a:txBody>
                  <a:tcPr marL="76200" marR="76200" marT="19050" marB="19050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84E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>
                          <a:solidFill>
                            <a:srgbClr val="FFFFFF"/>
                          </a:solidFill>
                          <a:effectLst/>
                          <a:latin typeface="Roboto"/>
                        </a:rPr>
                        <a:t>Query 4</a:t>
                      </a:r>
                    </a:p>
                  </a:txBody>
                  <a:tcPr marL="76200" marR="76200" marT="19050" marB="19050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84E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>
                          <a:solidFill>
                            <a:srgbClr val="FFFFFF"/>
                          </a:solidFill>
                          <a:effectLst/>
                          <a:latin typeface="Roboto"/>
                        </a:rPr>
                        <a:t>Query 5</a:t>
                      </a:r>
                    </a:p>
                  </a:txBody>
                  <a:tcPr marL="76200" marR="76200" marT="19050" marB="19050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84E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84E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80874232"/>
                  </a:ext>
                </a:extLst>
              </a:tr>
              <a:tr h="200025"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en-US">
                          <a:solidFill>
                            <a:srgbClr val="434343"/>
                          </a:solidFill>
                          <a:effectLst/>
                          <a:latin typeface="Roboto"/>
                        </a:rPr>
                        <a:t>Correlated</a:t>
                      </a:r>
                    </a:p>
                  </a:txBody>
                  <a:tcPr marL="76200" marR="76200" marT="19050" marB="19050" anchor="ctr">
                    <a:lnL w="9525" cap="flat" cmpd="sng" algn="ctr">
                      <a:solidFill>
                        <a:srgbClr val="284E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>
                          <a:solidFill>
                            <a:srgbClr val="434343"/>
                          </a:solidFill>
                          <a:effectLst/>
                          <a:latin typeface="Roboto"/>
                        </a:rPr>
                        <a:t>DNF</a:t>
                      </a:r>
                    </a:p>
                  </a:txBody>
                  <a:tcPr marL="76200" marR="76200" marT="19050" marB="19050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>
                          <a:solidFill>
                            <a:srgbClr val="434343"/>
                          </a:solidFill>
                          <a:effectLst/>
                          <a:latin typeface="Roboto"/>
                        </a:rPr>
                        <a:t>47.478</a:t>
                      </a:r>
                    </a:p>
                  </a:txBody>
                  <a:tcPr marL="76200" marR="76200" marT="19050" marB="19050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>
                          <a:solidFill>
                            <a:srgbClr val="434343"/>
                          </a:solidFill>
                          <a:effectLst/>
                          <a:latin typeface="Roboto"/>
                        </a:rPr>
                        <a:t>DNF</a:t>
                      </a:r>
                    </a:p>
                  </a:txBody>
                  <a:tcPr marL="76200" marR="76200" marT="19050" marB="19050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>
                          <a:solidFill>
                            <a:srgbClr val="434343"/>
                          </a:solidFill>
                          <a:effectLst/>
                          <a:latin typeface="Roboto"/>
                        </a:rPr>
                        <a:t>DNF</a:t>
                      </a:r>
                    </a:p>
                  </a:txBody>
                  <a:tcPr marL="76200" marR="76200" marT="19050" marB="19050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>
                          <a:solidFill>
                            <a:srgbClr val="434343"/>
                          </a:solidFill>
                          <a:effectLst/>
                          <a:latin typeface="Roboto"/>
                        </a:rPr>
                        <a:t>5.35</a:t>
                      </a:r>
                    </a:p>
                  </a:txBody>
                  <a:tcPr marL="76200" marR="76200" marT="19050" marB="19050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84E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99862152"/>
                  </a:ext>
                </a:extLst>
              </a:tr>
              <a:tr h="200025"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en-US">
                          <a:solidFill>
                            <a:srgbClr val="434343"/>
                          </a:solidFill>
                          <a:effectLst/>
                          <a:latin typeface="Roboto"/>
                        </a:rPr>
                        <a:t>Nested</a:t>
                      </a:r>
                    </a:p>
                  </a:txBody>
                  <a:tcPr marL="76200" marR="76200" marT="19050" marB="19050" anchor="ctr">
                    <a:lnL w="9525" cap="flat" cmpd="sng" algn="ctr">
                      <a:solidFill>
                        <a:srgbClr val="284E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9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>
                          <a:solidFill>
                            <a:srgbClr val="434343"/>
                          </a:solidFill>
                          <a:effectLst/>
                          <a:latin typeface="Roboto"/>
                        </a:rPr>
                        <a:t>2.927</a:t>
                      </a:r>
                    </a:p>
                  </a:txBody>
                  <a:tcPr marL="76200" marR="76200" marT="19050" marB="19050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9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>
                          <a:solidFill>
                            <a:srgbClr val="434343"/>
                          </a:solidFill>
                          <a:effectLst/>
                          <a:latin typeface="Roboto"/>
                        </a:rPr>
                        <a:t>0.377</a:t>
                      </a:r>
                    </a:p>
                  </a:txBody>
                  <a:tcPr marL="76200" marR="76200" marT="19050" marB="19050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9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>
                          <a:solidFill>
                            <a:srgbClr val="434343"/>
                          </a:solidFill>
                          <a:effectLst/>
                          <a:latin typeface="Roboto"/>
                        </a:rPr>
                        <a:t>6.617</a:t>
                      </a:r>
                    </a:p>
                  </a:txBody>
                  <a:tcPr marL="76200" marR="76200" marT="19050" marB="19050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9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>
                          <a:solidFill>
                            <a:srgbClr val="434343"/>
                          </a:solidFill>
                          <a:effectLst/>
                          <a:latin typeface="Roboto"/>
                        </a:rPr>
                        <a:t>6.296</a:t>
                      </a:r>
                    </a:p>
                  </a:txBody>
                  <a:tcPr marL="76200" marR="76200" marT="19050" marB="19050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9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>
                          <a:solidFill>
                            <a:srgbClr val="434343"/>
                          </a:solidFill>
                          <a:effectLst/>
                          <a:latin typeface="Roboto"/>
                        </a:rPr>
                        <a:t>3.386</a:t>
                      </a:r>
                    </a:p>
                  </a:txBody>
                  <a:tcPr marL="76200" marR="76200" marT="19050" marB="19050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84E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1647429"/>
                  </a:ext>
                </a:extLst>
              </a:tr>
              <a:tr h="200025"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en-US">
                          <a:solidFill>
                            <a:srgbClr val="434343"/>
                          </a:solidFill>
                          <a:effectLst/>
                          <a:latin typeface="Roboto"/>
                        </a:rPr>
                        <a:t>Unnested</a:t>
                      </a:r>
                    </a:p>
                  </a:txBody>
                  <a:tcPr marL="76200" marR="76200" marT="19050" marB="19050" anchor="ctr">
                    <a:lnL w="9525" cap="flat" cmpd="sng" algn="ctr">
                      <a:solidFill>
                        <a:srgbClr val="284E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84E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>
                          <a:solidFill>
                            <a:srgbClr val="434343"/>
                          </a:solidFill>
                          <a:effectLst/>
                          <a:latin typeface="Roboto"/>
                        </a:rPr>
                        <a:t>2.922</a:t>
                      </a:r>
                    </a:p>
                  </a:txBody>
                  <a:tcPr marL="76200" marR="76200" marT="19050" marB="19050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84E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>
                          <a:solidFill>
                            <a:srgbClr val="434343"/>
                          </a:solidFill>
                          <a:effectLst/>
                          <a:latin typeface="Roboto"/>
                        </a:rPr>
                        <a:t>0.568</a:t>
                      </a:r>
                    </a:p>
                  </a:txBody>
                  <a:tcPr marL="76200" marR="76200" marT="19050" marB="19050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84E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>
                          <a:solidFill>
                            <a:srgbClr val="434343"/>
                          </a:solidFill>
                          <a:effectLst/>
                          <a:latin typeface="Roboto"/>
                        </a:rPr>
                        <a:t>6.658</a:t>
                      </a:r>
                    </a:p>
                  </a:txBody>
                  <a:tcPr marL="76200" marR="76200" marT="19050" marB="19050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84E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>
                          <a:solidFill>
                            <a:srgbClr val="434343"/>
                          </a:solidFill>
                          <a:effectLst/>
                          <a:latin typeface="Roboto"/>
                        </a:rPr>
                        <a:t>6.1</a:t>
                      </a:r>
                    </a:p>
                  </a:txBody>
                  <a:tcPr marL="76200" marR="76200" marT="19050" marB="19050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84E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>
                          <a:solidFill>
                            <a:srgbClr val="434343"/>
                          </a:solidFill>
                          <a:effectLst/>
                          <a:latin typeface="Roboto"/>
                        </a:rPr>
                        <a:t>3.295</a:t>
                      </a:r>
                    </a:p>
                  </a:txBody>
                  <a:tcPr marL="76200" marR="76200" marT="19050" marB="19050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84E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84E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26876951"/>
                  </a:ext>
                </a:extLst>
              </a:tr>
            </a:tbl>
          </a:graphicData>
        </a:graphic>
      </p:graphicFrame>
      <p:sp>
        <p:nvSpPr>
          <p:cNvPr id="12" name="TextBox 11">
            <a:extLst>
              <a:ext uri="{FF2B5EF4-FFF2-40B4-BE49-F238E27FC236}">
                <a16:creationId xmlns:a16="http://schemas.microsoft.com/office/drawing/2014/main" id="{875FA520-BFE8-D0E3-61B4-E9B18A2AA9E3}"/>
              </a:ext>
            </a:extLst>
          </p:cNvPr>
          <p:cNvSpPr txBox="1"/>
          <p:nvPr/>
        </p:nvSpPr>
        <p:spPr>
          <a:xfrm>
            <a:off x="677334" y="2600615"/>
            <a:ext cx="6357681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/>
              <a:t>Crime Dataset – Full Dataset (1,000,000+ datapoints)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A74A188D-DF15-BE89-F88D-AA9C4EE82514}"/>
              </a:ext>
            </a:extLst>
          </p:cNvPr>
          <p:cNvSpPr txBox="1"/>
          <p:nvPr/>
        </p:nvSpPr>
        <p:spPr>
          <a:xfrm>
            <a:off x="677334" y="4478350"/>
            <a:ext cx="6692962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/>
              <a:t>Complaints Dataset – Full Dataset (3,000,000+ datapoints)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C9B3AC45-DF3F-0AA9-9008-5B5C78681564}"/>
              </a:ext>
            </a:extLst>
          </p:cNvPr>
          <p:cNvSpPr txBox="1"/>
          <p:nvPr/>
        </p:nvSpPr>
        <p:spPr>
          <a:xfrm>
            <a:off x="677334" y="1330235"/>
            <a:ext cx="7804585" cy="120032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>
                <a:solidFill>
                  <a:srgbClr val="000000"/>
                </a:solidFill>
                <a:latin typeface="Trebuchet MS"/>
                <a:ea typeface="Trebuchet MS"/>
                <a:cs typeface="Trebuchet MS"/>
              </a:rPr>
              <a:t>Using the full dataset</a:t>
            </a:r>
            <a:r>
              <a:rPr lang="en-US" sz="1800" b="0" i="0" u="none" strike="noStrike" baseline="0">
                <a:solidFill>
                  <a:srgbClr val="000000"/>
                </a:solidFill>
                <a:latin typeface="Trebuchet MS"/>
                <a:ea typeface="Trebuchet MS"/>
                <a:cs typeface="Trebuchet MS"/>
              </a:rPr>
              <a:t>, the</a:t>
            </a:r>
            <a:r>
              <a:rPr lang="en-US">
                <a:solidFill>
                  <a:srgbClr val="000000"/>
                </a:solidFill>
                <a:latin typeface="Trebuchet MS"/>
                <a:ea typeface="Trebuchet MS"/>
                <a:cs typeface="Trebuchet MS"/>
              </a:rPr>
              <a:t> differences between nested-correlated and nested-uncorrelated &amp; unnested queries widen whereas correlated queries never finished running. </a:t>
            </a:r>
            <a:endParaRPr lang="en-US"/>
          </a:p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3060030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E12065-613A-F73A-69E3-7F5E1C9DBE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Results – Phase 2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32C2E16-AFF2-0AD1-3066-573386B6D72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4" y="1554302"/>
            <a:ext cx="8596668" cy="3880773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r>
              <a:rPr lang="en-US" sz="2200" b="1"/>
              <a:t>Edge Case: Authorization Methods </a:t>
            </a:r>
            <a:r>
              <a:rPr lang="en-US" sz="2200" b="1">
                <a:solidFill>
                  <a:srgbClr val="FF0000"/>
                </a:solidFill>
              </a:rPr>
              <a:t>(No)</a:t>
            </a:r>
            <a:endParaRPr lang="en-US" sz="2200">
              <a:solidFill>
                <a:srgbClr val="FF0000"/>
              </a:solidFill>
            </a:endParaRPr>
          </a:p>
          <a:p>
            <a:pPr marL="0" indent="0">
              <a:buNone/>
            </a:pPr>
            <a:r>
              <a:rPr lang="en-US" sz="2200"/>
              <a:t>Authorization methods are unable to be unnested/decorrelated, as they are commands that must be run separately from queries.</a:t>
            </a:r>
          </a:p>
          <a:p>
            <a:pPr marL="0" indent="0">
              <a:buNone/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98272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FA1178-3B92-570E-E5DC-E88B32B2D2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Results – Phase 2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EFEBF91-BDAE-6E84-B00B-AE7A9455E81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4" y="1579150"/>
            <a:ext cx="8596668" cy="3880773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sz="2200" b="1"/>
              <a:t>Edge Case: View </a:t>
            </a:r>
            <a:r>
              <a:rPr lang="en-US" sz="2200" b="1">
                <a:solidFill>
                  <a:srgbClr val="FFC000"/>
                </a:solidFill>
              </a:rPr>
              <a:t>(Partial)</a:t>
            </a:r>
          </a:p>
          <a:p>
            <a:pPr marL="0" indent="0">
              <a:buNone/>
            </a:pPr>
            <a:r>
              <a:rPr lang="en-US" sz="2200"/>
              <a:t>Views are stored queries that get expanded during runtime once executed. </a:t>
            </a:r>
          </a:p>
          <a:p>
            <a:pPr>
              <a:buFont typeface="Courier New" panose="02070309020205020404" pitchFamily="49" charset="0"/>
              <a:buChar char="o"/>
            </a:pPr>
            <a:r>
              <a:rPr lang="en-US" sz="2200"/>
              <a:t>Making a view using the CREATE clause is not syntactically possible inside a query; but can be done via as in-line statement. </a:t>
            </a:r>
          </a:p>
          <a:p>
            <a:pPr>
              <a:buFont typeface="Courier New" panose="02070309020205020404" pitchFamily="49" charset="0"/>
              <a:buChar char="o"/>
            </a:pPr>
            <a:r>
              <a:rPr lang="en-US" sz="2200"/>
              <a:t>The contents of the view will impact whether it can be unnested/decorrelated - the same as any standard subquery.</a:t>
            </a:r>
          </a:p>
          <a:p>
            <a:pPr>
              <a:buFont typeface="Courier New" panose="02070309020205020404" pitchFamily="49" charset="0"/>
              <a:buChar char="o"/>
            </a:pPr>
            <a:r>
              <a:rPr lang="en-US" sz="2200"/>
              <a:t>The in-line view must be within the FROM, SELECT, WHERE, or HAVING clauses.</a:t>
            </a:r>
          </a:p>
        </p:txBody>
      </p:sp>
    </p:spTree>
    <p:extLst>
      <p:ext uri="{BB962C8B-B14F-4D97-AF65-F5344CB8AC3E}">
        <p14:creationId xmlns:p14="http://schemas.microsoft.com/office/powerpoint/2010/main" val="247899225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2702FD-591C-6660-0ED3-A77394EB29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Results – Phase 2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C4184C5-A119-90FC-6386-CE14D51D3B4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4" y="1613937"/>
            <a:ext cx="8596668" cy="3880773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r>
              <a:rPr lang="en-US" sz="2200" b="1"/>
              <a:t>Edge Case: Window Functions </a:t>
            </a:r>
            <a:r>
              <a:rPr lang="en-US" sz="2200" b="1">
                <a:solidFill>
                  <a:srgbClr val="FFC000"/>
                </a:solidFill>
              </a:rPr>
              <a:t>(Partial)</a:t>
            </a:r>
            <a:endParaRPr lang="en-US" sz="2200" b="1"/>
          </a:p>
          <a:p>
            <a:pPr marL="0" indent="0">
              <a:buNone/>
            </a:pPr>
            <a:r>
              <a:rPr lang="en-US" sz="2200"/>
              <a:t>Window functions calculate an expression against a column under a "window" of records</a:t>
            </a:r>
          </a:p>
          <a:p>
            <a:pPr>
              <a:buFont typeface="Courier New" panose="02070309020205020404" pitchFamily="49" charset="0"/>
              <a:buChar char="o"/>
            </a:pPr>
            <a:r>
              <a:rPr lang="en-US" sz="2200"/>
              <a:t>If the "windows" rely on a correlated value, decorrelating a subquery would change the input that the window function acts upon.</a:t>
            </a:r>
          </a:p>
          <a:p>
            <a:pPr>
              <a:buFont typeface="Courier New" panose="02070309020205020404" pitchFamily="49" charset="0"/>
              <a:buChar char="o"/>
            </a:pPr>
            <a:r>
              <a:rPr lang="en-US" sz="2200"/>
              <a:t>If the window function isn't tied to a correlated value, the subquery it exists within will be able to be decorrelated.</a:t>
            </a:r>
          </a:p>
        </p:txBody>
      </p:sp>
    </p:spTree>
    <p:extLst>
      <p:ext uri="{BB962C8B-B14F-4D97-AF65-F5344CB8AC3E}">
        <p14:creationId xmlns:p14="http://schemas.microsoft.com/office/powerpoint/2010/main" val="54117735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2A7F7D-8055-81A0-8B89-D301D822B1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Results – Phase 2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EB12C0B-402B-E755-2DB7-A7F7BC96440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4" y="1589089"/>
            <a:ext cx="8596668" cy="3880773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r>
              <a:rPr lang="en-US" sz="2200" b="1"/>
              <a:t>Edge Case: Set Returning Functions (SRFs) </a:t>
            </a:r>
            <a:r>
              <a:rPr lang="en-US" sz="2200" b="1">
                <a:solidFill>
                  <a:srgbClr val="FFC000"/>
                </a:solidFill>
              </a:rPr>
              <a:t>(Partial)</a:t>
            </a:r>
          </a:p>
          <a:p>
            <a:pPr marL="0" indent="0">
              <a:buNone/>
            </a:pPr>
            <a:r>
              <a:rPr lang="en-US" sz="2200"/>
              <a:t>Set returning functions are functions that may return more than one row.</a:t>
            </a:r>
          </a:p>
          <a:p>
            <a:r>
              <a:rPr lang="en-US" sz="2200"/>
              <a:t>Set returning functions can be used in subqueries.</a:t>
            </a:r>
          </a:p>
          <a:p>
            <a:r>
              <a:rPr lang="en-US" sz="2200"/>
              <a:t>Limited by scalar constraints – can run into issues depending on location of the SRF.</a:t>
            </a:r>
          </a:p>
          <a:p>
            <a:pPr lvl="1"/>
            <a:r>
              <a:rPr lang="en-US" sz="2000"/>
              <a:t>WHERE vs SELECT clause</a:t>
            </a:r>
          </a:p>
          <a:p>
            <a:pPr marL="0" indent="0">
              <a:buNone/>
            </a:pPr>
            <a:r>
              <a:rPr lang="en-US"/>
              <a:t> </a:t>
            </a:r>
          </a:p>
        </p:txBody>
      </p:sp>
    </p:spTree>
    <p:extLst>
      <p:ext uri="{BB962C8B-B14F-4D97-AF65-F5344CB8AC3E}">
        <p14:creationId xmlns:p14="http://schemas.microsoft.com/office/powerpoint/2010/main" val="79788384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EBC1AF-28F9-0CE8-B51E-81CFB8F398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Future Improvements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919908C-3588-ED47-9382-5B4776EDAB7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3" y="1698420"/>
            <a:ext cx="9251857" cy="4419115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2400"/>
              <a:t>Use of larger datasets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lang="en-US" sz="2200"/>
              <a:t>Further investigate differences between subquery runtime</a:t>
            </a:r>
          </a:p>
          <a:p>
            <a:r>
              <a:rPr lang="en-US" sz="2400"/>
              <a:t>Higher performance computer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lang="en-US" sz="2200"/>
              <a:t>Allows correlated queries to be run on medium+ sized datasets</a:t>
            </a:r>
          </a:p>
          <a:p>
            <a:r>
              <a:rPr lang="en-US" sz="2400"/>
              <a:t>More complex/advanced queries:</a:t>
            </a:r>
          </a:p>
          <a:p>
            <a:pPr lvl="1">
              <a:buFont typeface="Courier New" charset="2"/>
              <a:buChar char="o"/>
            </a:pPr>
            <a:r>
              <a:rPr lang="en-US" sz="2200"/>
              <a:t>Higher levels of nested-ness (3, 4, 5+)</a:t>
            </a:r>
          </a:p>
          <a:p>
            <a:pPr lvl="1">
              <a:buFont typeface="Courier New" charset="2"/>
              <a:buChar char="o"/>
            </a:pPr>
            <a:r>
              <a:rPr lang="en-US" sz="2200"/>
              <a:t>Comparing the effects of different aggregate functions</a:t>
            </a:r>
          </a:p>
        </p:txBody>
      </p:sp>
    </p:spTree>
    <p:extLst>
      <p:ext uri="{BB962C8B-B14F-4D97-AF65-F5344CB8AC3E}">
        <p14:creationId xmlns:p14="http://schemas.microsoft.com/office/powerpoint/2010/main" val="155224507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>
            <a:extLst>
              <a:ext uri="{FF2B5EF4-FFF2-40B4-BE49-F238E27FC236}">
                <a16:creationId xmlns:a16="http://schemas.microsoft.com/office/drawing/2014/main" id="{76582886-877C-4AEC-A77F-8055EB9A0CF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sp>
          <p:nvSpPr>
            <p:cNvPr id="9" name="Freeform 14">
              <a:extLst>
                <a:ext uri="{FF2B5EF4-FFF2-40B4-BE49-F238E27FC236}">
                  <a16:creationId xmlns:a16="http://schemas.microsoft.com/office/drawing/2014/main" id="{171A838D-27EA-485C-9A80-DCE624AB30B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-7862"/>
              <a:ext cx="863600" cy="5698067"/>
            </a:xfrm>
            <a:custGeom>
              <a:avLst/>
              <a:gdLst/>
              <a:ahLst/>
              <a:cxnLst/>
              <a:rect l="l" t="t" r="r" b="b"/>
              <a:pathLst>
                <a:path w="863600" h="5698067">
                  <a:moveTo>
                    <a:pt x="0" y="8467"/>
                  </a:moveTo>
                  <a:lnTo>
                    <a:pt x="863600" y="0"/>
                  </a:lnTo>
                  <a:lnTo>
                    <a:pt x="863600" y="16934"/>
                  </a:lnTo>
                  <a:lnTo>
                    <a:pt x="0" y="5698067"/>
                  </a:lnTo>
                  <a:lnTo>
                    <a:pt x="0" y="8467"/>
                  </a:lnTo>
                  <a:close/>
                </a:path>
              </a:pathLst>
            </a:custGeom>
            <a:solidFill>
              <a:schemeClr val="accent1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cxnSp>
          <p:nvCxnSpPr>
            <p:cNvPr id="10" name="Straight Connector 9">
              <a:extLst>
                <a:ext uri="{FF2B5EF4-FFF2-40B4-BE49-F238E27FC236}">
                  <a16:creationId xmlns:a16="http://schemas.microsoft.com/office/drawing/2014/main" id="{9059F313-A1BB-425E-9626-2BD43CAC648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10">
              <a:extLst>
                <a:ext uri="{FF2B5EF4-FFF2-40B4-BE49-F238E27FC236}">
                  <a16:creationId xmlns:a16="http://schemas.microsoft.com/office/drawing/2014/main" id="{19ABF76A-A1AE-44BB-9ECB-D55D2FE29BF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2" name="Rectangle 23">
              <a:extLst>
                <a:ext uri="{FF2B5EF4-FFF2-40B4-BE49-F238E27FC236}">
                  <a16:creationId xmlns:a16="http://schemas.microsoft.com/office/drawing/2014/main" id="{5B6D2EC4-82D3-43B8-82D6-028CB434561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13" name="Rectangle 25">
              <a:extLst>
                <a:ext uri="{FF2B5EF4-FFF2-40B4-BE49-F238E27FC236}">
                  <a16:creationId xmlns:a16="http://schemas.microsoft.com/office/drawing/2014/main" id="{520034CE-71F9-4E0F-94D8-99335CB8526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14" name="Isosceles Triangle 13">
              <a:extLst>
                <a:ext uri="{FF2B5EF4-FFF2-40B4-BE49-F238E27FC236}">
                  <a16:creationId xmlns:a16="http://schemas.microsoft.com/office/drawing/2014/main" id="{1926C6C0-16F7-4CDC-B481-2D19B2F3BF0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15" name="Rectangle 27">
              <a:extLst>
                <a:ext uri="{FF2B5EF4-FFF2-40B4-BE49-F238E27FC236}">
                  <a16:creationId xmlns:a16="http://schemas.microsoft.com/office/drawing/2014/main" id="{042CE423-CE6E-4EE9-91F2-3E40EFB40A3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  <a:alpha val="5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16" name="Rectangle 28">
              <a:extLst>
                <a:ext uri="{FF2B5EF4-FFF2-40B4-BE49-F238E27FC236}">
                  <a16:creationId xmlns:a16="http://schemas.microsoft.com/office/drawing/2014/main" id="{699BB4BD-31D7-434C-A6DB-E2CF3ACF605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17" name="Rectangle 29">
              <a:extLst>
                <a:ext uri="{FF2B5EF4-FFF2-40B4-BE49-F238E27FC236}">
                  <a16:creationId xmlns:a16="http://schemas.microsoft.com/office/drawing/2014/main" id="{23D406B8-656A-4D8B-91D0-BF4202C86FE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18" name="Isosceles Triangle 17">
              <a:extLst>
                <a:ext uri="{FF2B5EF4-FFF2-40B4-BE49-F238E27FC236}">
                  <a16:creationId xmlns:a16="http://schemas.microsoft.com/office/drawing/2014/main" id="{83F4BFB6-D6B8-446C-8E17-3D54DCA9FF2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</p:grpSp>
      <p:sp useBgFill="1">
        <p:nvSpPr>
          <p:cNvPr id="20" name="Rectangle 19">
            <a:extLst>
              <a:ext uri="{FF2B5EF4-FFF2-40B4-BE49-F238E27FC236}">
                <a16:creationId xmlns:a16="http://schemas.microsoft.com/office/drawing/2014/main" id="{9179DE42-5613-4B35-A1E6-6CCBAA13C74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EB898B32-3891-4C3A-8F58-C5969D2E903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448300" y="0"/>
            <a:ext cx="1219200" cy="6858000"/>
          </a:xfrm>
          <a:prstGeom prst="line">
            <a:avLst/>
          </a:prstGeom>
          <a:ln w="9525"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4AE4806D-B8F9-4679-A68A-9BD21C01A30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67175" y="3681413"/>
            <a:ext cx="4763558" cy="3176587"/>
          </a:xfrm>
          <a:prstGeom prst="line">
            <a:avLst/>
          </a:prstGeom>
          <a:ln w="9525">
            <a:solidFill>
              <a:schemeClr val="tx1">
                <a:lumMod val="50000"/>
                <a:lumOff val="50000"/>
                <a:alpha val="8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Rectangle 23">
            <a:extLst>
              <a:ext uri="{FF2B5EF4-FFF2-40B4-BE49-F238E27FC236}">
                <a16:creationId xmlns:a16="http://schemas.microsoft.com/office/drawing/2014/main" id="{52FB45E9-914E-4471-AC87-E475CD51767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258764" y="-8467"/>
            <a:ext cx="3007349" cy="6866467"/>
          </a:xfrm>
          <a:custGeom>
            <a:avLst/>
            <a:gdLst/>
            <a:ahLst/>
            <a:cxnLst/>
            <a:rect l="l" t="t" r="r" b="b"/>
            <a:pathLst>
              <a:path w="3007349" h="6866467">
                <a:moveTo>
                  <a:pt x="2045532" y="0"/>
                </a:moveTo>
                <a:lnTo>
                  <a:pt x="3007349" y="0"/>
                </a:lnTo>
                <a:lnTo>
                  <a:pt x="3007349" y="6866467"/>
                </a:lnTo>
                <a:lnTo>
                  <a:pt x="0" y="6866467"/>
                </a:lnTo>
                <a:lnTo>
                  <a:pt x="2045532" y="0"/>
                </a:lnTo>
                <a:close/>
              </a:path>
            </a:pathLst>
          </a:custGeom>
          <a:solidFill>
            <a:schemeClr val="accent1">
              <a:alpha val="3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8" name="Rectangle 25">
            <a:extLst>
              <a:ext uri="{FF2B5EF4-FFF2-40B4-BE49-F238E27FC236}">
                <a16:creationId xmlns:a16="http://schemas.microsoft.com/office/drawing/2014/main" id="{C310626D-5743-49D4-8F7D-88C4F8F0577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680730" y="-8467"/>
            <a:ext cx="2588558" cy="6866467"/>
          </a:xfrm>
          <a:custGeom>
            <a:avLst/>
            <a:gdLst/>
            <a:ahLst/>
            <a:cxnLst/>
            <a:rect l="l" t="t" r="r" b="b"/>
            <a:pathLst>
              <a:path w="2573311" h="6866467">
                <a:moveTo>
                  <a:pt x="0" y="0"/>
                </a:moveTo>
                <a:lnTo>
                  <a:pt x="2573311" y="0"/>
                </a:lnTo>
                <a:lnTo>
                  <a:pt x="2573311" y="6866467"/>
                </a:lnTo>
                <a:lnTo>
                  <a:pt x="1202336" y="6866467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>
              <a:alpha val="2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30" name="Isosceles Triangle 29">
            <a:extLst>
              <a:ext uri="{FF2B5EF4-FFF2-40B4-BE49-F238E27FC236}">
                <a16:creationId xmlns:a16="http://schemas.microsoft.com/office/drawing/2014/main" id="{3C195FC1-B568-4C72-9902-34CB35DDD7A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09621" y="3048000"/>
            <a:ext cx="3259667" cy="3810000"/>
          </a:xfrm>
          <a:prstGeom prst="triangle">
            <a:avLst>
              <a:gd name="adj" fmla="val 100000"/>
            </a:avLst>
          </a:prstGeom>
          <a:solidFill>
            <a:schemeClr val="accent2">
              <a:alpha val="72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32" name="Rectangle 27">
            <a:extLst>
              <a:ext uri="{FF2B5EF4-FFF2-40B4-BE49-F238E27FC236}">
                <a16:creationId xmlns:a16="http://schemas.microsoft.com/office/drawing/2014/main" id="{EF2BDF77-362C-43F0-8CBB-A969EC2AE0C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411788" y="-8467"/>
            <a:ext cx="2854326" cy="6866467"/>
          </a:xfrm>
          <a:custGeom>
            <a:avLst/>
            <a:gdLst/>
            <a:ahLst/>
            <a:cxnLst/>
            <a:rect l="l" t="t" r="r" b="b"/>
            <a:pathLst>
              <a:path w="2858013" h="6866467">
                <a:moveTo>
                  <a:pt x="0" y="0"/>
                </a:moveTo>
                <a:lnTo>
                  <a:pt x="2858013" y="0"/>
                </a:lnTo>
                <a:lnTo>
                  <a:pt x="2858013" y="6866467"/>
                </a:lnTo>
                <a:lnTo>
                  <a:pt x="2473942" y="6866467"/>
                </a:lnTo>
                <a:lnTo>
                  <a:pt x="0" y="0"/>
                </a:lnTo>
                <a:close/>
              </a:path>
            </a:pathLst>
          </a:custGeom>
          <a:solidFill>
            <a:schemeClr val="accent2">
              <a:lumMod val="75000"/>
              <a:alpha val="7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34" name="Isosceles Triangle 33">
            <a:extLst>
              <a:ext uri="{FF2B5EF4-FFF2-40B4-BE49-F238E27FC236}">
                <a16:creationId xmlns:a16="http://schemas.microsoft.com/office/drawing/2014/main" id="{4BE96B01-3929-432D-B8C2-ADBCB74C2EF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448954" y="3589867"/>
            <a:ext cx="1817159" cy="3268133"/>
          </a:xfrm>
          <a:prstGeom prst="triangle">
            <a:avLst>
              <a:gd name="adj" fmla="val 100000"/>
            </a:avLst>
          </a:prstGeom>
          <a:solidFill>
            <a:schemeClr val="accent1">
              <a:alpha val="8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36" name="Freeform: Shape 35">
            <a:extLst>
              <a:ext uri="{FF2B5EF4-FFF2-40B4-BE49-F238E27FC236}">
                <a16:creationId xmlns:a16="http://schemas.microsoft.com/office/drawing/2014/main" id="{2A6FCDE6-CDE2-4C51-B18E-A95CFB67971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16287" y="-8467"/>
            <a:ext cx="9175713" cy="6866467"/>
          </a:xfrm>
          <a:custGeom>
            <a:avLst/>
            <a:gdLst>
              <a:gd name="connsiteX0" fmla="*/ 0 w 9175713"/>
              <a:gd name="connsiteY0" fmla="*/ 0 h 6866467"/>
              <a:gd name="connsiteX1" fmla="*/ 1249825 w 9175713"/>
              <a:gd name="connsiteY1" fmla="*/ 0 h 6866467"/>
              <a:gd name="connsiteX2" fmla="*/ 1249825 w 9175713"/>
              <a:gd name="connsiteY2" fmla="*/ 8467 h 6866467"/>
              <a:gd name="connsiteX3" fmla="*/ 9175713 w 9175713"/>
              <a:gd name="connsiteY3" fmla="*/ 8467 h 6866467"/>
              <a:gd name="connsiteX4" fmla="*/ 9175713 w 9175713"/>
              <a:gd name="connsiteY4" fmla="*/ 6866467 h 6866467"/>
              <a:gd name="connsiteX5" fmla="*/ 1249825 w 9175713"/>
              <a:gd name="connsiteY5" fmla="*/ 6866467 h 6866467"/>
              <a:gd name="connsiteX6" fmla="*/ 1109382 w 9175713"/>
              <a:gd name="connsiteY6" fmla="*/ 6866467 h 68664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9175713" h="6866467">
                <a:moveTo>
                  <a:pt x="0" y="0"/>
                </a:moveTo>
                <a:lnTo>
                  <a:pt x="1249825" y="0"/>
                </a:lnTo>
                <a:lnTo>
                  <a:pt x="1249825" y="8467"/>
                </a:lnTo>
                <a:lnTo>
                  <a:pt x="9175713" y="8467"/>
                </a:lnTo>
                <a:lnTo>
                  <a:pt x="9175713" y="6866467"/>
                </a:lnTo>
                <a:lnTo>
                  <a:pt x="1249825" y="6866467"/>
                </a:lnTo>
                <a:lnTo>
                  <a:pt x="1109382" y="6866467"/>
                </a:lnTo>
                <a:close/>
              </a:path>
            </a:pathLst>
          </a:cu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136153D-F935-B7E1-C578-7DDA2B81CC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02625" y="1249471"/>
            <a:ext cx="6960759" cy="2849671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9600">
                <a:solidFill>
                  <a:srgbClr val="FFFFFF"/>
                </a:solidFill>
              </a:rPr>
              <a:t>Thank you!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43FD1A7-9B74-2FD8-2FD6-A945D989595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816391" y="3991906"/>
            <a:ext cx="2046096" cy="501508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r>
              <a:rPr lang="en-US" sz="240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Repo: </a:t>
            </a:r>
            <a:r>
              <a:rPr lang="en-US" sz="240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Link</a:t>
            </a:r>
            <a:endParaRPr lang="en-US" sz="240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38" name="Isosceles Triangle 37">
            <a:extLst>
              <a:ext uri="{FF2B5EF4-FFF2-40B4-BE49-F238E27FC236}">
                <a16:creationId xmlns:a16="http://schemas.microsoft.com/office/drawing/2014/main" id="{9D2E8756-2465-473A-BA2A-2DB1D622474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4062562" y="3271487"/>
            <a:ext cx="220660" cy="186439"/>
          </a:xfrm>
          <a:prstGeom prst="triangle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9724725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theme/theme1.xml><?xml version="1.0" encoding="utf-8"?>
<a:theme xmlns:a="http://schemas.openxmlformats.org/drawingml/2006/main" name="Facet">
  <a:themeElements>
    <a:clrScheme name="Facet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5FCBEF"/>
      </a:accent1>
      <a:accent2>
        <a:srgbClr val="2E83C3"/>
      </a:accent2>
      <a:accent3>
        <a:srgbClr val="42D0A2"/>
      </a:accent3>
      <a:accent4>
        <a:srgbClr val="2E946B"/>
      </a:accent4>
      <a:accent5>
        <a:srgbClr val="42B051"/>
      </a:accent5>
      <a:accent6>
        <a:srgbClr val="96D141"/>
      </a:accent6>
      <a:hlink>
        <a:srgbClr val="3FCDE7"/>
      </a:hlink>
      <a:folHlink>
        <a:srgbClr val="A9D3E1"/>
      </a:folHlink>
    </a:clrScheme>
    <a:fontScheme name="Facet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0B5AB586-D108-4FC1-8368-649FE654B894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Application>Microsoft Office PowerPoint</Application>
  <PresentationFormat>Widescreen</PresentationFormat>
  <Slides>20</Slides>
  <Notes>1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1" baseType="lpstr">
      <vt:lpstr>Facet</vt:lpstr>
      <vt:lpstr>Group 13: PostgreSQL Sub-Query Optimization Project</vt:lpstr>
      <vt:lpstr>Group Breakdown</vt:lpstr>
      <vt:lpstr>Problem</vt:lpstr>
      <vt:lpstr>Goal</vt:lpstr>
      <vt:lpstr>Motivation</vt:lpstr>
      <vt:lpstr>Sub-Query Overview</vt:lpstr>
      <vt:lpstr>Sub-Query Overview</vt:lpstr>
      <vt:lpstr>Sub-Query Overview</vt:lpstr>
      <vt:lpstr>Sub-Query Overview</vt:lpstr>
      <vt:lpstr>Proposed Solution</vt:lpstr>
      <vt:lpstr>Implementation</vt:lpstr>
      <vt:lpstr>Strengths &amp; Weaknesses</vt:lpstr>
      <vt:lpstr>Results – Phase 1</vt:lpstr>
      <vt:lpstr>Results – Phase 1</vt:lpstr>
      <vt:lpstr>Results – Phase 2</vt:lpstr>
      <vt:lpstr>Results – Phase 2</vt:lpstr>
      <vt:lpstr>Results – Phase 2</vt:lpstr>
      <vt:lpstr>Results – Phase 2</vt:lpstr>
      <vt:lpstr>Future Improvements</vt:lpstr>
      <vt:lpstr>Thank you!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Lindsey, Daniel (lindsede)</dc:creator>
  <cp:revision>1</cp:revision>
  <dcterms:created xsi:type="dcterms:W3CDTF">2025-11-13T15:29:15Z</dcterms:created>
  <dcterms:modified xsi:type="dcterms:W3CDTF">2025-12-02T21:28:52Z</dcterms:modified>
</cp:coreProperties>
</file>